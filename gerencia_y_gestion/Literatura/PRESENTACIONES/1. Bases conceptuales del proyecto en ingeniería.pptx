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319" r:id="rId3"/>
    <p:sldId id="323" r:id="rId4"/>
    <p:sldId id="304" r:id="rId5"/>
    <p:sldId id="305" r:id="rId6"/>
    <p:sldId id="295" r:id="rId7"/>
    <p:sldId id="298" r:id="rId8"/>
    <p:sldId id="302" r:id="rId9"/>
    <p:sldId id="320" r:id="rId10"/>
    <p:sldId id="321" r:id="rId11"/>
    <p:sldId id="322" r:id="rId12"/>
    <p:sldId id="324" r:id="rId13"/>
    <p:sldId id="325" r:id="rId14"/>
    <p:sldId id="328" r:id="rId15"/>
    <p:sldId id="326" r:id="rId16"/>
    <p:sldId id="348" r:id="rId17"/>
    <p:sldId id="279" r:id="rId18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666CB4-9C97-4859-99C2-8D99D8A8AB82}">
  <a:tblStyle styleId="{67666CB4-9C97-4859-99C2-8D99D8A8AB82}" styleName="Table_0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8AFEBBEF-701A-4D67-AC66-796771CB42D7}" styleName="Table_1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67F55AA0-D878-4EA6-8C7D-A0038A5E0A34}" styleName="Table_2"/>
  <a:tblStyle styleId="{48AF8A4A-2FA6-4A38-9C3C-10318111F909}" styleName="Table_3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E47368D6-F5DC-49A7-A958-073F137BE7DB}" styleName="Table_4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7E587AE2-6AAA-4C2C-A732-631422938D06}" styleName="Table_5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A5C624F5-C137-4EC9-A402-0E1B334876B3}" styleName="Table_6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183B580A-55B6-44CA-9251-B3CD97783CB6}" styleName="Table_7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4F558185-F571-4ECD-9371-27FDF1F1ADAF}" styleName="Table_8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6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0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A20736-C2DD-472E-B1DE-DC8A92C1974A}" type="doc">
      <dgm:prSet loTypeId="urn:microsoft.com/office/officeart/2005/8/layout/gear1" loCatId="process" qsTypeId="urn:microsoft.com/office/officeart/2005/8/quickstyle/simple5" qsCatId="simple" csTypeId="urn:microsoft.com/office/officeart/2005/8/colors/colorful3" csCatId="colorful" phldr="1"/>
      <dgm:spPr/>
    </dgm:pt>
    <dgm:pt modelId="{E0FCAE78-9EBA-4B17-A8B6-4B8A583FBE2D}">
      <dgm:prSet phldrT="[Texto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s-CO" sz="2400" b="1" dirty="0"/>
            <a:t>Retorno Social</a:t>
          </a:r>
        </a:p>
      </dgm:t>
    </dgm:pt>
    <dgm:pt modelId="{D452C8AF-69A6-46CC-BEA7-6BB3F9148E02}" type="parTrans" cxnId="{0573CA95-677B-4537-8ECE-2F0B95584C35}">
      <dgm:prSet/>
      <dgm:spPr/>
      <dgm:t>
        <a:bodyPr/>
        <a:lstStyle/>
        <a:p>
          <a:endParaRPr lang="es-CO"/>
        </a:p>
      </dgm:t>
    </dgm:pt>
    <dgm:pt modelId="{7F08B273-FEA0-4D6A-93D2-C71242C6D326}" type="sibTrans" cxnId="{0573CA95-677B-4537-8ECE-2F0B95584C35}">
      <dgm:prSet/>
      <dgm:spPr/>
      <dgm:t>
        <a:bodyPr/>
        <a:lstStyle/>
        <a:p>
          <a:endParaRPr lang="es-CO"/>
        </a:p>
      </dgm:t>
    </dgm:pt>
    <dgm:pt modelId="{C7A2EE27-580A-426B-9FF9-0653DF10532B}">
      <dgm:prSet phldrT="[Texto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s-CO" sz="2000" b="1" dirty="0" err="1"/>
            <a:t>Sosteni-bilidad</a:t>
          </a:r>
          <a:endParaRPr lang="es-CO" sz="2000" b="1" dirty="0"/>
        </a:p>
      </dgm:t>
    </dgm:pt>
    <dgm:pt modelId="{E072C195-CB7A-4036-A3DB-7501A48FB3AC}" type="parTrans" cxnId="{18FE5A23-6179-4F87-9704-5E9C8405EBFB}">
      <dgm:prSet/>
      <dgm:spPr/>
      <dgm:t>
        <a:bodyPr/>
        <a:lstStyle/>
        <a:p>
          <a:endParaRPr lang="es-CO"/>
        </a:p>
      </dgm:t>
    </dgm:pt>
    <dgm:pt modelId="{3DDD377F-583E-49EB-AD02-B4B44947E0EB}" type="sibTrans" cxnId="{18FE5A23-6179-4F87-9704-5E9C8405EBFB}">
      <dgm:prSet/>
      <dgm:spPr/>
      <dgm:t>
        <a:bodyPr/>
        <a:lstStyle/>
        <a:p>
          <a:endParaRPr lang="es-CO"/>
        </a:p>
      </dgm:t>
    </dgm:pt>
    <dgm:pt modelId="{F96136F7-BF5B-4A87-AFF8-BFCBF31DA04E}">
      <dgm:prSet phldrT="[Texto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s-CO" sz="1800" b="1" dirty="0"/>
            <a:t>Interesa-dos</a:t>
          </a:r>
        </a:p>
      </dgm:t>
    </dgm:pt>
    <dgm:pt modelId="{0CDB4930-35DB-41C9-8322-B4FFD3601119}" type="parTrans" cxnId="{EE1BC840-9951-4C7D-A1E9-F97592AAB28D}">
      <dgm:prSet/>
      <dgm:spPr/>
      <dgm:t>
        <a:bodyPr/>
        <a:lstStyle/>
        <a:p>
          <a:endParaRPr lang="es-CO"/>
        </a:p>
      </dgm:t>
    </dgm:pt>
    <dgm:pt modelId="{77B1E8F8-9350-4992-8DDC-F5B758CA784B}" type="sibTrans" cxnId="{EE1BC840-9951-4C7D-A1E9-F97592AAB28D}">
      <dgm:prSet/>
      <dgm:spPr/>
      <dgm:t>
        <a:bodyPr/>
        <a:lstStyle/>
        <a:p>
          <a:endParaRPr lang="es-CO"/>
        </a:p>
      </dgm:t>
    </dgm:pt>
    <dgm:pt modelId="{02B39848-28CB-47DF-8539-085AC877D8E2}" type="pres">
      <dgm:prSet presAssocID="{F5A20736-C2DD-472E-B1DE-DC8A92C1974A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7C4ADC28-68D5-4963-ACD2-09AD2D814B48}" type="pres">
      <dgm:prSet presAssocID="{E0FCAE78-9EBA-4B17-A8B6-4B8A583FBE2D}" presName="gear1" presStyleLbl="node1" presStyleIdx="0" presStyleCnt="3" custScaleX="111145">
        <dgm:presLayoutVars>
          <dgm:chMax val="1"/>
          <dgm:bulletEnabled val="1"/>
        </dgm:presLayoutVars>
      </dgm:prSet>
      <dgm:spPr/>
    </dgm:pt>
    <dgm:pt modelId="{C6A04DCE-4FD9-4D98-9520-8E6E3EC76AB7}" type="pres">
      <dgm:prSet presAssocID="{E0FCAE78-9EBA-4B17-A8B6-4B8A583FBE2D}" presName="gear1srcNode" presStyleLbl="node1" presStyleIdx="0" presStyleCnt="3"/>
      <dgm:spPr/>
    </dgm:pt>
    <dgm:pt modelId="{00A660D0-496E-47B5-A58B-ACA688201DEA}" type="pres">
      <dgm:prSet presAssocID="{E0FCAE78-9EBA-4B17-A8B6-4B8A583FBE2D}" presName="gear1dstNode" presStyleLbl="node1" presStyleIdx="0" presStyleCnt="3"/>
      <dgm:spPr/>
    </dgm:pt>
    <dgm:pt modelId="{97B885D8-B246-4AFE-838D-CB202C56E1BB}" type="pres">
      <dgm:prSet presAssocID="{C7A2EE27-580A-426B-9FF9-0653DF10532B}" presName="gear2" presStyleLbl="node1" presStyleIdx="1" presStyleCnt="3" custScaleX="151218" custScaleY="127071" custLinFactNeighborX="-34603" custLinFactNeighborY="40361">
        <dgm:presLayoutVars>
          <dgm:chMax val="1"/>
          <dgm:bulletEnabled val="1"/>
        </dgm:presLayoutVars>
      </dgm:prSet>
      <dgm:spPr/>
    </dgm:pt>
    <dgm:pt modelId="{CAE31196-A5CF-4631-8092-D98FF33B7FA6}" type="pres">
      <dgm:prSet presAssocID="{C7A2EE27-580A-426B-9FF9-0653DF10532B}" presName="gear2srcNode" presStyleLbl="node1" presStyleIdx="1" presStyleCnt="3"/>
      <dgm:spPr/>
    </dgm:pt>
    <dgm:pt modelId="{A8AD0895-5976-4C0E-AF63-2630D324760A}" type="pres">
      <dgm:prSet presAssocID="{C7A2EE27-580A-426B-9FF9-0653DF10532B}" presName="gear2dstNode" presStyleLbl="node1" presStyleIdx="1" presStyleCnt="3"/>
      <dgm:spPr/>
    </dgm:pt>
    <dgm:pt modelId="{698945FC-FF16-40AC-A9A2-C6C177C01912}" type="pres">
      <dgm:prSet presAssocID="{F96136F7-BF5B-4A87-AFF8-BFCBF31DA04E}" presName="gear3" presStyleLbl="node1" presStyleIdx="2" presStyleCnt="3" custScaleX="159358" custScaleY="153679"/>
      <dgm:spPr/>
    </dgm:pt>
    <dgm:pt modelId="{998EEBF7-581E-47EA-93F4-C59F5097E479}" type="pres">
      <dgm:prSet presAssocID="{F96136F7-BF5B-4A87-AFF8-BFCBF31DA04E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A6B7BFC7-3DB0-4810-8627-06C5D0B26044}" type="pres">
      <dgm:prSet presAssocID="{F96136F7-BF5B-4A87-AFF8-BFCBF31DA04E}" presName="gear3srcNode" presStyleLbl="node1" presStyleIdx="2" presStyleCnt="3"/>
      <dgm:spPr/>
    </dgm:pt>
    <dgm:pt modelId="{2FEA9B9D-163F-4D02-8B19-9491E6841359}" type="pres">
      <dgm:prSet presAssocID="{F96136F7-BF5B-4A87-AFF8-BFCBF31DA04E}" presName="gear3dstNode" presStyleLbl="node1" presStyleIdx="2" presStyleCnt="3"/>
      <dgm:spPr/>
    </dgm:pt>
    <dgm:pt modelId="{9438DC92-DDC7-47E4-A945-4505BDA8CB40}" type="pres">
      <dgm:prSet presAssocID="{7F08B273-FEA0-4D6A-93D2-C71242C6D326}" presName="connector1" presStyleLbl="sibTrans2D1" presStyleIdx="0" presStyleCnt="3"/>
      <dgm:spPr/>
    </dgm:pt>
    <dgm:pt modelId="{9791B483-A09D-4C08-9C9B-FA1DA1045554}" type="pres">
      <dgm:prSet presAssocID="{3DDD377F-583E-49EB-AD02-B4B44947E0EB}" presName="connector2" presStyleLbl="sibTrans2D1" presStyleIdx="1" presStyleCnt="3" custLinFactNeighborX="-35009" custLinFactNeighborY="30337"/>
      <dgm:spPr/>
    </dgm:pt>
    <dgm:pt modelId="{C5778341-B7C0-4856-9AE5-46DE4DCAE529}" type="pres">
      <dgm:prSet presAssocID="{77B1E8F8-9350-4992-8DDC-F5B758CA784B}" presName="connector3" presStyleLbl="sibTrans2D1" presStyleIdx="2" presStyleCnt="3" custScaleX="123132" custLinFactNeighborX="-24588" custLinFactNeighborY="-4319"/>
      <dgm:spPr/>
    </dgm:pt>
  </dgm:ptLst>
  <dgm:cxnLst>
    <dgm:cxn modelId="{4D79C81F-7507-4DC2-8475-E92853D7207E}" type="presOf" srcId="{E0FCAE78-9EBA-4B17-A8B6-4B8A583FBE2D}" destId="{C6A04DCE-4FD9-4D98-9520-8E6E3EC76AB7}" srcOrd="1" destOrd="0" presId="urn:microsoft.com/office/officeart/2005/8/layout/gear1"/>
    <dgm:cxn modelId="{01E8D51F-5602-406B-A8A5-129D5B1C99F3}" type="presOf" srcId="{3DDD377F-583E-49EB-AD02-B4B44947E0EB}" destId="{9791B483-A09D-4C08-9C9B-FA1DA1045554}" srcOrd="0" destOrd="0" presId="urn:microsoft.com/office/officeart/2005/8/layout/gear1"/>
    <dgm:cxn modelId="{18FE5A23-6179-4F87-9704-5E9C8405EBFB}" srcId="{F5A20736-C2DD-472E-B1DE-DC8A92C1974A}" destId="{C7A2EE27-580A-426B-9FF9-0653DF10532B}" srcOrd="1" destOrd="0" parTransId="{E072C195-CB7A-4036-A3DB-7501A48FB3AC}" sibTransId="{3DDD377F-583E-49EB-AD02-B4B44947E0EB}"/>
    <dgm:cxn modelId="{EE1BC840-9951-4C7D-A1E9-F97592AAB28D}" srcId="{F5A20736-C2DD-472E-B1DE-DC8A92C1974A}" destId="{F96136F7-BF5B-4A87-AFF8-BFCBF31DA04E}" srcOrd="2" destOrd="0" parTransId="{0CDB4930-35DB-41C9-8322-B4FFD3601119}" sibTransId="{77B1E8F8-9350-4992-8DDC-F5B758CA784B}"/>
    <dgm:cxn modelId="{0EF0C045-5BD2-4494-A636-63613164E28A}" type="presOf" srcId="{77B1E8F8-9350-4992-8DDC-F5B758CA784B}" destId="{C5778341-B7C0-4856-9AE5-46DE4DCAE529}" srcOrd="0" destOrd="0" presId="urn:microsoft.com/office/officeart/2005/8/layout/gear1"/>
    <dgm:cxn modelId="{8ACB5D66-6FDA-4A74-8703-82ABEC3A6E7E}" type="presOf" srcId="{F96136F7-BF5B-4A87-AFF8-BFCBF31DA04E}" destId="{2FEA9B9D-163F-4D02-8B19-9491E6841359}" srcOrd="3" destOrd="0" presId="urn:microsoft.com/office/officeart/2005/8/layout/gear1"/>
    <dgm:cxn modelId="{4D49A575-2B3A-4CAE-82BA-2A139187C68D}" type="presOf" srcId="{C7A2EE27-580A-426B-9FF9-0653DF10532B}" destId="{97B885D8-B246-4AFE-838D-CB202C56E1BB}" srcOrd="0" destOrd="0" presId="urn:microsoft.com/office/officeart/2005/8/layout/gear1"/>
    <dgm:cxn modelId="{1352FD85-E940-45A6-B3CA-0F308A05F3C5}" type="presOf" srcId="{C7A2EE27-580A-426B-9FF9-0653DF10532B}" destId="{CAE31196-A5CF-4631-8092-D98FF33B7FA6}" srcOrd="1" destOrd="0" presId="urn:microsoft.com/office/officeart/2005/8/layout/gear1"/>
    <dgm:cxn modelId="{5AC5B488-8064-4611-8B30-202C7CAABF24}" type="presOf" srcId="{E0FCAE78-9EBA-4B17-A8B6-4B8A583FBE2D}" destId="{00A660D0-496E-47B5-A58B-ACA688201DEA}" srcOrd="2" destOrd="0" presId="urn:microsoft.com/office/officeart/2005/8/layout/gear1"/>
    <dgm:cxn modelId="{68CA7B94-850B-4838-B23C-0EEC6612FDA2}" type="presOf" srcId="{F96136F7-BF5B-4A87-AFF8-BFCBF31DA04E}" destId="{698945FC-FF16-40AC-A9A2-C6C177C01912}" srcOrd="0" destOrd="0" presId="urn:microsoft.com/office/officeart/2005/8/layout/gear1"/>
    <dgm:cxn modelId="{0573CA95-677B-4537-8ECE-2F0B95584C35}" srcId="{F5A20736-C2DD-472E-B1DE-DC8A92C1974A}" destId="{E0FCAE78-9EBA-4B17-A8B6-4B8A583FBE2D}" srcOrd="0" destOrd="0" parTransId="{D452C8AF-69A6-46CC-BEA7-6BB3F9148E02}" sibTransId="{7F08B273-FEA0-4D6A-93D2-C71242C6D326}"/>
    <dgm:cxn modelId="{8FA65496-0E40-4729-B7C6-DB1B620C0014}" type="presOf" srcId="{F96136F7-BF5B-4A87-AFF8-BFCBF31DA04E}" destId="{998EEBF7-581E-47EA-93F4-C59F5097E479}" srcOrd="1" destOrd="0" presId="urn:microsoft.com/office/officeart/2005/8/layout/gear1"/>
    <dgm:cxn modelId="{D3F4A59C-4123-4FB6-B0B3-B06D8204F36C}" type="presOf" srcId="{F96136F7-BF5B-4A87-AFF8-BFCBF31DA04E}" destId="{A6B7BFC7-3DB0-4810-8627-06C5D0B26044}" srcOrd="2" destOrd="0" presId="urn:microsoft.com/office/officeart/2005/8/layout/gear1"/>
    <dgm:cxn modelId="{72893AA2-3F73-4DBC-AB28-E59FA8663D98}" type="presOf" srcId="{7F08B273-FEA0-4D6A-93D2-C71242C6D326}" destId="{9438DC92-DDC7-47E4-A945-4505BDA8CB40}" srcOrd="0" destOrd="0" presId="urn:microsoft.com/office/officeart/2005/8/layout/gear1"/>
    <dgm:cxn modelId="{6CFD9AA4-7573-43DD-82BE-7116CBB201D1}" type="presOf" srcId="{E0FCAE78-9EBA-4B17-A8B6-4B8A583FBE2D}" destId="{7C4ADC28-68D5-4963-ACD2-09AD2D814B48}" srcOrd="0" destOrd="0" presId="urn:microsoft.com/office/officeart/2005/8/layout/gear1"/>
    <dgm:cxn modelId="{3B3444AA-74FC-4CCE-AB0F-ABFC46EF0FE3}" type="presOf" srcId="{F5A20736-C2DD-472E-B1DE-DC8A92C1974A}" destId="{02B39848-28CB-47DF-8539-085AC877D8E2}" srcOrd="0" destOrd="0" presId="urn:microsoft.com/office/officeart/2005/8/layout/gear1"/>
    <dgm:cxn modelId="{FA2749B9-93BE-4404-8BCE-AD14E80F2E71}" type="presOf" srcId="{C7A2EE27-580A-426B-9FF9-0653DF10532B}" destId="{A8AD0895-5976-4C0E-AF63-2630D324760A}" srcOrd="2" destOrd="0" presId="urn:microsoft.com/office/officeart/2005/8/layout/gear1"/>
    <dgm:cxn modelId="{A40D77F3-1426-4AEF-82DB-540F7F871FFB}" type="presParOf" srcId="{02B39848-28CB-47DF-8539-085AC877D8E2}" destId="{7C4ADC28-68D5-4963-ACD2-09AD2D814B48}" srcOrd="0" destOrd="0" presId="urn:microsoft.com/office/officeart/2005/8/layout/gear1"/>
    <dgm:cxn modelId="{B8A5A9C2-CBDF-41F4-90A5-836FCEADE285}" type="presParOf" srcId="{02B39848-28CB-47DF-8539-085AC877D8E2}" destId="{C6A04DCE-4FD9-4D98-9520-8E6E3EC76AB7}" srcOrd="1" destOrd="0" presId="urn:microsoft.com/office/officeart/2005/8/layout/gear1"/>
    <dgm:cxn modelId="{A89A3D5E-D363-4B62-9377-7C13FDA32744}" type="presParOf" srcId="{02B39848-28CB-47DF-8539-085AC877D8E2}" destId="{00A660D0-496E-47B5-A58B-ACA688201DEA}" srcOrd="2" destOrd="0" presId="urn:microsoft.com/office/officeart/2005/8/layout/gear1"/>
    <dgm:cxn modelId="{A23DA012-DD8A-4745-B5DA-4E43BBBDE14E}" type="presParOf" srcId="{02B39848-28CB-47DF-8539-085AC877D8E2}" destId="{97B885D8-B246-4AFE-838D-CB202C56E1BB}" srcOrd="3" destOrd="0" presId="urn:microsoft.com/office/officeart/2005/8/layout/gear1"/>
    <dgm:cxn modelId="{89BD4EC5-6292-4349-9E49-AE79321F0E0F}" type="presParOf" srcId="{02B39848-28CB-47DF-8539-085AC877D8E2}" destId="{CAE31196-A5CF-4631-8092-D98FF33B7FA6}" srcOrd="4" destOrd="0" presId="urn:microsoft.com/office/officeart/2005/8/layout/gear1"/>
    <dgm:cxn modelId="{AFF7C289-6F7E-4ABD-BE1B-A5A88376A7AB}" type="presParOf" srcId="{02B39848-28CB-47DF-8539-085AC877D8E2}" destId="{A8AD0895-5976-4C0E-AF63-2630D324760A}" srcOrd="5" destOrd="0" presId="urn:microsoft.com/office/officeart/2005/8/layout/gear1"/>
    <dgm:cxn modelId="{4303CAB1-5F5B-42D3-A01A-B0D370CC54FF}" type="presParOf" srcId="{02B39848-28CB-47DF-8539-085AC877D8E2}" destId="{698945FC-FF16-40AC-A9A2-C6C177C01912}" srcOrd="6" destOrd="0" presId="urn:microsoft.com/office/officeart/2005/8/layout/gear1"/>
    <dgm:cxn modelId="{17011697-4C70-45B2-BAD7-32911F952E57}" type="presParOf" srcId="{02B39848-28CB-47DF-8539-085AC877D8E2}" destId="{998EEBF7-581E-47EA-93F4-C59F5097E479}" srcOrd="7" destOrd="0" presId="urn:microsoft.com/office/officeart/2005/8/layout/gear1"/>
    <dgm:cxn modelId="{E7728201-42B0-41F4-864F-A38D0A89CACB}" type="presParOf" srcId="{02B39848-28CB-47DF-8539-085AC877D8E2}" destId="{A6B7BFC7-3DB0-4810-8627-06C5D0B26044}" srcOrd="8" destOrd="0" presId="urn:microsoft.com/office/officeart/2005/8/layout/gear1"/>
    <dgm:cxn modelId="{18AF241A-C9D1-46F0-B63B-D3173B7B8972}" type="presParOf" srcId="{02B39848-28CB-47DF-8539-085AC877D8E2}" destId="{2FEA9B9D-163F-4D02-8B19-9491E6841359}" srcOrd="9" destOrd="0" presId="urn:microsoft.com/office/officeart/2005/8/layout/gear1"/>
    <dgm:cxn modelId="{F244713C-8D6B-4717-A26B-A8A6E2866B9A}" type="presParOf" srcId="{02B39848-28CB-47DF-8539-085AC877D8E2}" destId="{9438DC92-DDC7-47E4-A945-4505BDA8CB40}" srcOrd="10" destOrd="0" presId="urn:microsoft.com/office/officeart/2005/8/layout/gear1"/>
    <dgm:cxn modelId="{D2BDCF5C-6224-40EE-AA72-5C8E69DE24ED}" type="presParOf" srcId="{02B39848-28CB-47DF-8539-085AC877D8E2}" destId="{9791B483-A09D-4C08-9C9B-FA1DA1045554}" srcOrd="11" destOrd="0" presId="urn:microsoft.com/office/officeart/2005/8/layout/gear1"/>
    <dgm:cxn modelId="{FB4BA1AE-B8DC-42BF-9DC9-2D0C6A9560C3}" type="presParOf" srcId="{02B39848-28CB-47DF-8539-085AC877D8E2}" destId="{C5778341-B7C0-4856-9AE5-46DE4DCAE529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D33168-4418-4EB4-BB39-6DB62EBAE676}" type="doc">
      <dgm:prSet loTypeId="urn:microsoft.com/office/officeart/2005/8/layout/lProcess2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DCBAB3DB-2BB9-4516-BDE8-1FE5739D0664}">
      <dgm:prSet phldrT="[Texto]" custT="1"/>
      <dgm:spPr/>
      <dgm:t>
        <a:bodyPr/>
        <a:lstStyle/>
        <a:p>
          <a:r>
            <a:rPr lang="es-CO" sz="2400" b="1" dirty="0"/>
            <a:t>Herramientas de Gestión de Resultados</a:t>
          </a:r>
        </a:p>
      </dgm:t>
    </dgm:pt>
    <dgm:pt modelId="{BCABBBCE-D259-4229-9A18-0C20A9590F72}" type="parTrans" cxnId="{4F8D79FE-87C6-4D8D-90F4-D25D2AC2462E}">
      <dgm:prSet/>
      <dgm:spPr/>
      <dgm:t>
        <a:bodyPr/>
        <a:lstStyle/>
        <a:p>
          <a:endParaRPr lang="es-CO"/>
        </a:p>
      </dgm:t>
    </dgm:pt>
    <dgm:pt modelId="{4B425642-27EE-4F32-BFFC-EAA08A83865C}" type="sibTrans" cxnId="{4F8D79FE-87C6-4D8D-90F4-D25D2AC2462E}">
      <dgm:prSet/>
      <dgm:spPr/>
      <dgm:t>
        <a:bodyPr/>
        <a:lstStyle/>
        <a:p>
          <a:endParaRPr lang="es-CO"/>
        </a:p>
      </dgm:t>
    </dgm:pt>
    <dgm:pt modelId="{069468D4-0AEE-4FF9-9FE3-1D7230296044}">
      <dgm:prSet phldrT="[Texto]" custT="1"/>
      <dgm:spPr/>
      <dgm:t>
        <a:bodyPr/>
        <a:lstStyle/>
        <a:p>
          <a:r>
            <a:rPr lang="es-CO" sz="1800" b="1" dirty="0"/>
            <a:t>Planificación Estratégica</a:t>
          </a:r>
        </a:p>
      </dgm:t>
    </dgm:pt>
    <dgm:pt modelId="{68288C5D-D925-486E-9CF9-4894E1C80C06}" type="parTrans" cxnId="{0FF4BD00-7D11-41E5-8DBF-C05697041C3B}">
      <dgm:prSet/>
      <dgm:spPr/>
      <dgm:t>
        <a:bodyPr/>
        <a:lstStyle/>
        <a:p>
          <a:endParaRPr lang="es-CO"/>
        </a:p>
      </dgm:t>
    </dgm:pt>
    <dgm:pt modelId="{B7683DC7-5D79-4E4E-801B-3A07E1210581}" type="sibTrans" cxnId="{0FF4BD00-7D11-41E5-8DBF-C05697041C3B}">
      <dgm:prSet/>
      <dgm:spPr/>
      <dgm:t>
        <a:bodyPr/>
        <a:lstStyle/>
        <a:p>
          <a:endParaRPr lang="es-CO"/>
        </a:p>
      </dgm:t>
    </dgm:pt>
    <dgm:pt modelId="{15B5A209-34F0-42F2-96F9-94258D1EA44D}">
      <dgm:prSet phldrT="[Texto]" custT="1"/>
      <dgm:spPr/>
      <dgm:t>
        <a:bodyPr/>
        <a:lstStyle/>
        <a:p>
          <a:r>
            <a:rPr lang="es-CO" sz="1800" b="1" dirty="0"/>
            <a:t>Gestión de riesgos</a:t>
          </a:r>
        </a:p>
      </dgm:t>
    </dgm:pt>
    <dgm:pt modelId="{5A69D536-5D39-4B0A-B42A-E2B3810C8BC2}" type="parTrans" cxnId="{063082C6-2F55-435C-8D58-469F71F2701B}">
      <dgm:prSet/>
      <dgm:spPr/>
      <dgm:t>
        <a:bodyPr/>
        <a:lstStyle/>
        <a:p>
          <a:endParaRPr lang="es-CO"/>
        </a:p>
      </dgm:t>
    </dgm:pt>
    <dgm:pt modelId="{44948F91-59AD-4387-A0D7-4D6DBD228516}" type="sibTrans" cxnId="{063082C6-2F55-435C-8D58-469F71F2701B}">
      <dgm:prSet/>
      <dgm:spPr/>
      <dgm:t>
        <a:bodyPr/>
        <a:lstStyle/>
        <a:p>
          <a:endParaRPr lang="es-CO"/>
        </a:p>
      </dgm:t>
    </dgm:pt>
    <dgm:pt modelId="{9CAF177A-F6DC-4FDC-B79C-3B44963C0C5D}">
      <dgm:prSet phldrT="[Texto]" custT="1"/>
      <dgm:spPr/>
      <dgm:t>
        <a:bodyPr/>
        <a:lstStyle/>
        <a:p>
          <a:r>
            <a:rPr lang="es-CO" sz="1800" b="1" dirty="0"/>
            <a:t>Monitoreo</a:t>
          </a:r>
        </a:p>
      </dgm:t>
    </dgm:pt>
    <dgm:pt modelId="{ECB5D280-8BEC-43D4-9FDC-2300F124FB94}" type="parTrans" cxnId="{501DD189-89EC-4F59-A27E-85EFA347C22E}">
      <dgm:prSet/>
      <dgm:spPr/>
      <dgm:t>
        <a:bodyPr/>
        <a:lstStyle/>
        <a:p>
          <a:endParaRPr lang="es-CO"/>
        </a:p>
      </dgm:t>
    </dgm:pt>
    <dgm:pt modelId="{B9EC3528-21B6-4F8F-91CF-14129A365F00}" type="sibTrans" cxnId="{501DD189-89EC-4F59-A27E-85EFA347C22E}">
      <dgm:prSet/>
      <dgm:spPr/>
      <dgm:t>
        <a:bodyPr/>
        <a:lstStyle/>
        <a:p>
          <a:endParaRPr lang="es-CO"/>
        </a:p>
      </dgm:t>
    </dgm:pt>
    <dgm:pt modelId="{1A39CFCF-F769-46A0-9E8E-EFDF1639AEF5}">
      <dgm:prSet phldrT="[Texto]" custT="1"/>
      <dgm:spPr/>
      <dgm:t>
        <a:bodyPr/>
        <a:lstStyle/>
        <a:p>
          <a:r>
            <a:rPr lang="es-CO" sz="1800" b="1" dirty="0"/>
            <a:t>Evaluación de Resultados</a:t>
          </a:r>
        </a:p>
      </dgm:t>
    </dgm:pt>
    <dgm:pt modelId="{A53604F0-A267-49ED-84B3-67A318F2C983}" type="parTrans" cxnId="{D8EBF607-78BB-412A-8E63-3778999029C8}">
      <dgm:prSet/>
      <dgm:spPr/>
      <dgm:t>
        <a:bodyPr/>
        <a:lstStyle/>
        <a:p>
          <a:endParaRPr lang="es-CO"/>
        </a:p>
      </dgm:t>
    </dgm:pt>
    <dgm:pt modelId="{FCDB349A-DCCC-46BD-AF14-1F186EF57954}" type="sibTrans" cxnId="{D8EBF607-78BB-412A-8E63-3778999029C8}">
      <dgm:prSet/>
      <dgm:spPr/>
      <dgm:t>
        <a:bodyPr/>
        <a:lstStyle/>
        <a:p>
          <a:endParaRPr lang="es-CO"/>
        </a:p>
      </dgm:t>
    </dgm:pt>
    <dgm:pt modelId="{29B65A3C-6245-4199-82B7-E5A03EBA0D4E}" type="pres">
      <dgm:prSet presAssocID="{F6D33168-4418-4EB4-BB39-6DB62EBAE676}" presName="theList" presStyleCnt="0">
        <dgm:presLayoutVars>
          <dgm:dir/>
          <dgm:animLvl val="lvl"/>
          <dgm:resizeHandles val="exact"/>
        </dgm:presLayoutVars>
      </dgm:prSet>
      <dgm:spPr/>
    </dgm:pt>
    <dgm:pt modelId="{BB113200-97B1-4FD9-B1FB-7D4A507418E3}" type="pres">
      <dgm:prSet presAssocID="{DCBAB3DB-2BB9-4516-BDE8-1FE5739D0664}" presName="compNode" presStyleCnt="0"/>
      <dgm:spPr/>
    </dgm:pt>
    <dgm:pt modelId="{CCD4863B-E2F3-4B6A-BB53-EC934CBE9051}" type="pres">
      <dgm:prSet presAssocID="{DCBAB3DB-2BB9-4516-BDE8-1FE5739D0664}" presName="aNode" presStyleLbl="bgShp" presStyleIdx="0" presStyleCnt="1" custLinFactNeighborX="74545" custLinFactNeighborY="4299"/>
      <dgm:spPr/>
    </dgm:pt>
    <dgm:pt modelId="{6124190F-6CCD-463F-9075-8E21727947F9}" type="pres">
      <dgm:prSet presAssocID="{DCBAB3DB-2BB9-4516-BDE8-1FE5739D0664}" presName="textNode" presStyleLbl="bgShp" presStyleIdx="0" presStyleCnt="1"/>
      <dgm:spPr/>
    </dgm:pt>
    <dgm:pt modelId="{B94618DC-B774-48A4-A270-E580679153C6}" type="pres">
      <dgm:prSet presAssocID="{DCBAB3DB-2BB9-4516-BDE8-1FE5739D0664}" presName="compChildNode" presStyleCnt="0"/>
      <dgm:spPr/>
    </dgm:pt>
    <dgm:pt modelId="{49C4033D-78B4-4C0E-B4DC-44E1FF13C35A}" type="pres">
      <dgm:prSet presAssocID="{DCBAB3DB-2BB9-4516-BDE8-1FE5739D0664}" presName="theInnerList" presStyleCnt="0"/>
      <dgm:spPr/>
    </dgm:pt>
    <dgm:pt modelId="{344BA905-188A-47E2-B13E-790A5CF3419D}" type="pres">
      <dgm:prSet presAssocID="{069468D4-0AEE-4FF9-9FE3-1D7230296044}" presName="childNode" presStyleLbl="node1" presStyleIdx="0" presStyleCnt="4">
        <dgm:presLayoutVars>
          <dgm:bulletEnabled val="1"/>
        </dgm:presLayoutVars>
      </dgm:prSet>
      <dgm:spPr/>
    </dgm:pt>
    <dgm:pt modelId="{46562ED7-D02A-4A43-83CA-725AA64E06AD}" type="pres">
      <dgm:prSet presAssocID="{069468D4-0AEE-4FF9-9FE3-1D7230296044}" presName="aSpace2" presStyleCnt="0"/>
      <dgm:spPr/>
    </dgm:pt>
    <dgm:pt modelId="{5835E0A1-92A3-41A5-B5D4-AE41DFF31DEE}" type="pres">
      <dgm:prSet presAssocID="{15B5A209-34F0-42F2-96F9-94258D1EA44D}" presName="childNode" presStyleLbl="node1" presStyleIdx="1" presStyleCnt="4">
        <dgm:presLayoutVars>
          <dgm:bulletEnabled val="1"/>
        </dgm:presLayoutVars>
      </dgm:prSet>
      <dgm:spPr/>
    </dgm:pt>
    <dgm:pt modelId="{1DCDD6B5-A409-4E0B-8D54-F784A4986EC3}" type="pres">
      <dgm:prSet presAssocID="{15B5A209-34F0-42F2-96F9-94258D1EA44D}" presName="aSpace2" presStyleCnt="0"/>
      <dgm:spPr/>
    </dgm:pt>
    <dgm:pt modelId="{B3991F5E-9E26-43E3-9717-CFAA44EFF0CA}" type="pres">
      <dgm:prSet presAssocID="{9CAF177A-F6DC-4FDC-B79C-3B44963C0C5D}" presName="childNode" presStyleLbl="node1" presStyleIdx="2" presStyleCnt="4">
        <dgm:presLayoutVars>
          <dgm:bulletEnabled val="1"/>
        </dgm:presLayoutVars>
      </dgm:prSet>
      <dgm:spPr/>
    </dgm:pt>
    <dgm:pt modelId="{0684E4BE-415D-47F3-BB0D-D9FDC33D24F6}" type="pres">
      <dgm:prSet presAssocID="{9CAF177A-F6DC-4FDC-B79C-3B44963C0C5D}" presName="aSpace2" presStyleCnt="0"/>
      <dgm:spPr/>
    </dgm:pt>
    <dgm:pt modelId="{DFE5D7DE-8AC7-4B3E-9BBA-D181229B3485}" type="pres">
      <dgm:prSet presAssocID="{1A39CFCF-F769-46A0-9E8E-EFDF1639AEF5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0FF4BD00-7D11-41E5-8DBF-C05697041C3B}" srcId="{DCBAB3DB-2BB9-4516-BDE8-1FE5739D0664}" destId="{069468D4-0AEE-4FF9-9FE3-1D7230296044}" srcOrd="0" destOrd="0" parTransId="{68288C5D-D925-486E-9CF9-4894E1C80C06}" sibTransId="{B7683DC7-5D79-4E4E-801B-3A07E1210581}"/>
    <dgm:cxn modelId="{D8EBF607-78BB-412A-8E63-3778999029C8}" srcId="{DCBAB3DB-2BB9-4516-BDE8-1FE5739D0664}" destId="{1A39CFCF-F769-46A0-9E8E-EFDF1639AEF5}" srcOrd="3" destOrd="0" parTransId="{A53604F0-A267-49ED-84B3-67A318F2C983}" sibTransId="{FCDB349A-DCCC-46BD-AF14-1F186EF57954}"/>
    <dgm:cxn modelId="{0A96B33B-6752-4440-8525-421C7088D82A}" type="presOf" srcId="{F6D33168-4418-4EB4-BB39-6DB62EBAE676}" destId="{29B65A3C-6245-4199-82B7-E5A03EBA0D4E}" srcOrd="0" destOrd="0" presId="urn:microsoft.com/office/officeart/2005/8/layout/lProcess2"/>
    <dgm:cxn modelId="{BF82F168-CF98-42EF-BD5C-4DCD9627AF8C}" type="presOf" srcId="{1A39CFCF-F769-46A0-9E8E-EFDF1639AEF5}" destId="{DFE5D7DE-8AC7-4B3E-9BBA-D181229B3485}" srcOrd="0" destOrd="0" presId="urn:microsoft.com/office/officeart/2005/8/layout/lProcess2"/>
    <dgm:cxn modelId="{2DC76955-9662-4571-9775-2909CDDDAD04}" type="presOf" srcId="{DCBAB3DB-2BB9-4516-BDE8-1FE5739D0664}" destId="{CCD4863B-E2F3-4B6A-BB53-EC934CBE9051}" srcOrd="0" destOrd="0" presId="urn:microsoft.com/office/officeart/2005/8/layout/lProcess2"/>
    <dgm:cxn modelId="{501DD189-89EC-4F59-A27E-85EFA347C22E}" srcId="{DCBAB3DB-2BB9-4516-BDE8-1FE5739D0664}" destId="{9CAF177A-F6DC-4FDC-B79C-3B44963C0C5D}" srcOrd="2" destOrd="0" parTransId="{ECB5D280-8BEC-43D4-9FDC-2300F124FB94}" sibTransId="{B9EC3528-21B6-4F8F-91CF-14129A365F00}"/>
    <dgm:cxn modelId="{6C47B298-8D1C-404B-9D78-260058BE87A6}" type="presOf" srcId="{15B5A209-34F0-42F2-96F9-94258D1EA44D}" destId="{5835E0A1-92A3-41A5-B5D4-AE41DFF31DEE}" srcOrd="0" destOrd="0" presId="urn:microsoft.com/office/officeart/2005/8/layout/lProcess2"/>
    <dgm:cxn modelId="{51B550A3-E1C8-4DB7-8F7B-27FC4D7136A3}" type="presOf" srcId="{069468D4-0AEE-4FF9-9FE3-1D7230296044}" destId="{344BA905-188A-47E2-B13E-790A5CF3419D}" srcOrd="0" destOrd="0" presId="urn:microsoft.com/office/officeart/2005/8/layout/lProcess2"/>
    <dgm:cxn modelId="{E93FAEA4-3B91-4F89-9D4C-B6B5B3F5F565}" type="presOf" srcId="{9CAF177A-F6DC-4FDC-B79C-3B44963C0C5D}" destId="{B3991F5E-9E26-43E3-9717-CFAA44EFF0CA}" srcOrd="0" destOrd="0" presId="urn:microsoft.com/office/officeart/2005/8/layout/lProcess2"/>
    <dgm:cxn modelId="{063082C6-2F55-435C-8D58-469F71F2701B}" srcId="{DCBAB3DB-2BB9-4516-BDE8-1FE5739D0664}" destId="{15B5A209-34F0-42F2-96F9-94258D1EA44D}" srcOrd="1" destOrd="0" parTransId="{5A69D536-5D39-4B0A-B42A-E2B3810C8BC2}" sibTransId="{44948F91-59AD-4387-A0D7-4D6DBD228516}"/>
    <dgm:cxn modelId="{FCB42AE7-645D-49C9-92DC-1D3C8AF08A57}" type="presOf" srcId="{DCBAB3DB-2BB9-4516-BDE8-1FE5739D0664}" destId="{6124190F-6CCD-463F-9075-8E21727947F9}" srcOrd="1" destOrd="0" presId="urn:microsoft.com/office/officeart/2005/8/layout/lProcess2"/>
    <dgm:cxn modelId="{4F8D79FE-87C6-4D8D-90F4-D25D2AC2462E}" srcId="{F6D33168-4418-4EB4-BB39-6DB62EBAE676}" destId="{DCBAB3DB-2BB9-4516-BDE8-1FE5739D0664}" srcOrd="0" destOrd="0" parTransId="{BCABBBCE-D259-4229-9A18-0C20A9590F72}" sibTransId="{4B425642-27EE-4F32-BFFC-EAA08A83865C}"/>
    <dgm:cxn modelId="{D20BE61A-512D-466A-A0DE-1A34416A49CA}" type="presParOf" srcId="{29B65A3C-6245-4199-82B7-E5A03EBA0D4E}" destId="{BB113200-97B1-4FD9-B1FB-7D4A507418E3}" srcOrd="0" destOrd="0" presId="urn:microsoft.com/office/officeart/2005/8/layout/lProcess2"/>
    <dgm:cxn modelId="{B6D46B89-2065-49C4-8EC4-CBC0AA43312E}" type="presParOf" srcId="{BB113200-97B1-4FD9-B1FB-7D4A507418E3}" destId="{CCD4863B-E2F3-4B6A-BB53-EC934CBE9051}" srcOrd="0" destOrd="0" presId="urn:microsoft.com/office/officeart/2005/8/layout/lProcess2"/>
    <dgm:cxn modelId="{37DA2925-1D62-44E0-9D38-EF30117D827E}" type="presParOf" srcId="{BB113200-97B1-4FD9-B1FB-7D4A507418E3}" destId="{6124190F-6CCD-463F-9075-8E21727947F9}" srcOrd="1" destOrd="0" presId="urn:microsoft.com/office/officeart/2005/8/layout/lProcess2"/>
    <dgm:cxn modelId="{6942CF9C-42E3-4CCF-8E3C-020C3E6B9F1E}" type="presParOf" srcId="{BB113200-97B1-4FD9-B1FB-7D4A507418E3}" destId="{B94618DC-B774-48A4-A270-E580679153C6}" srcOrd="2" destOrd="0" presId="urn:microsoft.com/office/officeart/2005/8/layout/lProcess2"/>
    <dgm:cxn modelId="{5CFDC08C-7606-44C7-BE7D-3ABB65D2CE8A}" type="presParOf" srcId="{B94618DC-B774-48A4-A270-E580679153C6}" destId="{49C4033D-78B4-4C0E-B4DC-44E1FF13C35A}" srcOrd="0" destOrd="0" presId="urn:microsoft.com/office/officeart/2005/8/layout/lProcess2"/>
    <dgm:cxn modelId="{5ED35305-B90E-4A41-A17A-7C7208277897}" type="presParOf" srcId="{49C4033D-78B4-4C0E-B4DC-44E1FF13C35A}" destId="{344BA905-188A-47E2-B13E-790A5CF3419D}" srcOrd="0" destOrd="0" presId="urn:microsoft.com/office/officeart/2005/8/layout/lProcess2"/>
    <dgm:cxn modelId="{7829624D-1029-44B1-A86D-0A279A3A5DA0}" type="presParOf" srcId="{49C4033D-78B4-4C0E-B4DC-44E1FF13C35A}" destId="{46562ED7-D02A-4A43-83CA-725AA64E06AD}" srcOrd="1" destOrd="0" presId="urn:microsoft.com/office/officeart/2005/8/layout/lProcess2"/>
    <dgm:cxn modelId="{4EED0FC0-229F-480B-91B5-05C460B160A2}" type="presParOf" srcId="{49C4033D-78B4-4C0E-B4DC-44E1FF13C35A}" destId="{5835E0A1-92A3-41A5-B5D4-AE41DFF31DEE}" srcOrd="2" destOrd="0" presId="urn:microsoft.com/office/officeart/2005/8/layout/lProcess2"/>
    <dgm:cxn modelId="{1857EC4D-A828-49A2-B4F5-F0E5F28735C5}" type="presParOf" srcId="{49C4033D-78B4-4C0E-B4DC-44E1FF13C35A}" destId="{1DCDD6B5-A409-4E0B-8D54-F784A4986EC3}" srcOrd="3" destOrd="0" presId="urn:microsoft.com/office/officeart/2005/8/layout/lProcess2"/>
    <dgm:cxn modelId="{FF73DBAC-CBF9-4BD6-8ECE-FD2B68EB8BB4}" type="presParOf" srcId="{49C4033D-78B4-4C0E-B4DC-44E1FF13C35A}" destId="{B3991F5E-9E26-43E3-9717-CFAA44EFF0CA}" srcOrd="4" destOrd="0" presId="urn:microsoft.com/office/officeart/2005/8/layout/lProcess2"/>
    <dgm:cxn modelId="{22502C62-F1D6-43F2-B863-B23144A26D74}" type="presParOf" srcId="{49C4033D-78B4-4C0E-B4DC-44E1FF13C35A}" destId="{0684E4BE-415D-47F3-BB0D-D9FDC33D24F6}" srcOrd="5" destOrd="0" presId="urn:microsoft.com/office/officeart/2005/8/layout/lProcess2"/>
    <dgm:cxn modelId="{E53B7BA4-EC87-4F78-9F33-3EED29897BAD}" type="presParOf" srcId="{49C4033D-78B4-4C0E-B4DC-44E1FF13C35A}" destId="{DFE5D7DE-8AC7-4B3E-9BBA-D181229B3485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ADC28-68D5-4963-ACD2-09AD2D814B48}">
      <dsp:nvSpPr>
        <dsp:cNvPr id="0" name=""/>
        <dsp:cNvSpPr/>
      </dsp:nvSpPr>
      <dsp:spPr>
        <a:xfrm>
          <a:off x="2086444" y="1689921"/>
          <a:ext cx="2008194" cy="1806823"/>
        </a:xfrm>
        <a:prstGeom prst="gear9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kern="1200" dirty="0"/>
            <a:t>Retorno Social</a:t>
          </a:r>
        </a:p>
      </dsp:txBody>
      <dsp:txXfrm>
        <a:off x="2475130" y="2113161"/>
        <a:ext cx="1230822" cy="928744"/>
      </dsp:txXfrm>
    </dsp:sp>
    <dsp:sp modelId="{97B885D8-B246-4AFE-838D-CB202C56E1BB}">
      <dsp:nvSpPr>
        <dsp:cNvPr id="0" name=""/>
        <dsp:cNvSpPr/>
      </dsp:nvSpPr>
      <dsp:spPr>
        <a:xfrm>
          <a:off x="344669" y="1615352"/>
          <a:ext cx="1987085" cy="1669781"/>
        </a:xfrm>
        <a:prstGeom prst="gear6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 err="1"/>
            <a:t>Sosteni-bilidad</a:t>
          </a:r>
          <a:endParaRPr lang="es-CO" sz="2000" b="1" kern="1200" dirty="0"/>
        </a:p>
      </dsp:txBody>
      <dsp:txXfrm>
        <a:off x="811165" y="2038265"/>
        <a:ext cx="1054093" cy="823955"/>
      </dsp:txXfrm>
    </dsp:sp>
    <dsp:sp modelId="{698945FC-FF16-40AC-A9A2-C6C177C01912}">
      <dsp:nvSpPr>
        <dsp:cNvPr id="0" name=""/>
        <dsp:cNvSpPr/>
      </dsp:nvSpPr>
      <dsp:spPr>
        <a:xfrm rot="20700000">
          <a:off x="1476391" y="24112"/>
          <a:ext cx="2078503" cy="1951860"/>
        </a:xfrm>
        <a:prstGeom prst="gear6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Interesa-dos</a:t>
          </a:r>
        </a:p>
      </dsp:txBody>
      <dsp:txXfrm rot="-20700000">
        <a:off x="1939779" y="444701"/>
        <a:ext cx="1151727" cy="1110683"/>
      </dsp:txXfrm>
    </dsp:sp>
    <dsp:sp modelId="{9438DC92-DDC7-47E4-A945-4505BDA8CB40}">
      <dsp:nvSpPr>
        <dsp:cNvPr id="0" name=""/>
        <dsp:cNvSpPr/>
      </dsp:nvSpPr>
      <dsp:spPr>
        <a:xfrm>
          <a:off x="2038474" y="1422760"/>
          <a:ext cx="2312734" cy="2312734"/>
        </a:xfrm>
        <a:prstGeom prst="circularArrow">
          <a:avLst>
            <a:gd name="adj1" fmla="val 4687"/>
            <a:gd name="adj2" fmla="val 299029"/>
            <a:gd name="adj3" fmla="val 2489779"/>
            <a:gd name="adj4" fmla="val 15919335"/>
            <a:gd name="adj5" fmla="val 5469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30000"/>
                <a:satMod val="115000"/>
              </a:schemeClr>
              <a:schemeClr val="accent3">
                <a:hueOff val="0"/>
                <a:satOff val="0"/>
                <a:lumOff val="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791B483-A09D-4C08-9C9B-FA1DA1045554}">
      <dsp:nvSpPr>
        <dsp:cNvPr id="0" name=""/>
        <dsp:cNvSpPr/>
      </dsp:nvSpPr>
      <dsp:spPr>
        <a:xfrm>
          <a:off x="314898" y="1485772"/>
          <a:ext cx="1680346" cy="1680346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-50000"/>
                <a:alphaOff val="0"/>
                <a:shade val="30000"/>
                <a:satMod val="115000"/>
              </a:schemeClr>
              <a:schemeClr val="accent3">
                <a:hueOff val="0"/>
                <a:satOff val="0"/>
                <a:lumOff val="-5000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5778341-B7C0-4856-9AE5-46DE4DCAE529}">
      <dsp:nvSpPr>
        <dsp:cNvPr id="0" name=""/>
        <dsp:cNvSpPr/>
      </dsp:nvSpPr>
      <dsp:spPr>
        <a:xfrm>
          <a:off x="919057" y="-68"/>
          <a:ext cx="2230845" cy="1811751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-100000"/>
                <a:alphaOff val="0"/>
                <a:shade val="30000"/>
                <a:satMod val="115000"/>
              </a:schemeClr>
              <a:schemeClr val="accent3">
                <a:hueOff val="0"/>
                <a:satOff val="0"/>
                <a:lumOff val="-10000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4863B-E2F3-4B6A-BB53-EC934CBE9051}">
      <dsp:nvSpPr>
        <dsp:cNvPr id="0" name=""/>
        <dsp:cNvSpPr/>
      </dsp:nvSpPr>
      <dsp:spPr>
        <a:xfrm>
          <a:off x="2958" y="0"/>
          <a:ext cx="3026857" cy="355875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softEdge rad="12700"/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kern="1200" dirty="0"/>
            <a:t>Herramientas de Gestión de Resultados</a:t>
          </a:r>
        </a:p>
      </dsp:txBody>
      <dsp:txXfrm>
        <a:off x="2958" y="0"/>
        <a:ext cx="3026857" cy="1067627"/>
      </dsp:txXfrm>
    </dsp:sp>
    <dsp:sp modelId="{344BA905-188A-47E2-B13E-790A5CF3419D}">
      <dsp:nvSpPr>
        <dsp:cNvPr id="0" name=""/>
        <dsp:cNvSpPr/>
      </dsp:nvSpPr>
      <dsp:spPr>
        <a:xfrm>
          <a:off x="304165" y="1067713"/>
          <a:ext cx="2421485" cy="51843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30000"/>
                <a:satMod val="115000"/>
              </a:schemeClr>
              <a:schemeClr val="accent2">
                <a:hueOff val="0"/>
                <a:satOff val="0"/>
                <a:lumOff val="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Planificación Estratégica</a:t>
          </a:r>
        </a:p>
      </dsp:txBody>
      <dsp:txXfrm>
        <a:off x="319349" y="1082897"/>
        <a:ext cx="2391117" cy="488067"/>
      </dsp:txXfrm>
    </dsp:sp>
    <dsp:sp modelId="{5835E0A1-92A3-41A5-B5D4-AE41DFF31DEE}">
      <dsp:nvSpPr>
        <dsp:cNvPr id="0" name=""/>
        <dsp:cNvSpPr/>
      </dsp:nvSpPr>
      <dsp:spPr>
        <a:xfrm>
          <a:off x="304165" y="1665908"/>
          <a:ext cx="2421485" cy="51843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30000"/>
                <a:satMod val="115000"/>
              </a:schemeClr>
              <a:schemeClr val="accent3">
                <a:hueOff val="0"/>
                <a:satOff val="0"/>
                <a:lumOff val="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Gestión de riesgos</a:t>
          </a:r>
        </a:p>
      </dsp:txBody>
      <dsp:txXfrm>
        <a:off x="319349" y="1681092"/>
        <a:ext cx="2391117" cy="488067"/>
      </dsp:txXfrm>
    </dsp:sp>
    <dsp:sp modelId="{B3991F5E-9E26-43E3-9717-CFAA44EFF0CA}">
      <dsp:nvSpPr>
        <dsp:cNvPr id="0" name=""/>
        <dsp:cNvSpPr/>
      </dsp:nvSpPr>
      <dsp:spPr>
        <a:xfrm>
          <a:off x="304165" y="2264102"/>
          <a:ext cx="2421485" cy="51843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30000"/>
                <a:satMod val="115000"/>
              </a:schemeClr>
              <a:schemeClr val="accent4">
                <a:hueOff val="0"/>
                <a:satOff val="0"/>
                <a:lumOff val="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Monitoreo</a:t>
          </a:r>
        </a:p>
      </dsp:txBody>
      <dsp:txXfrm>
        <a:off x="319349" y="2279286"/>
        <a:ext cx="2391117" cy="488067"/>
      </dsp:txXfrm>
    </dsp:sp>
    <dsp:sp modelId="{DFE5D7DE-8AC7-4B3E-9BBA-D181229B3485}">
      <dsp:nvSpPr>
        <dsp:cNvPr id="0" name=""/>
        <dsp:cNvSpPr/>
      </dsp:nvSpPr>
      <dsp:spPr>
        <a:xfrm>
          <a:off x="304165" y="2862297"/>
          <a:ext cx="2421485" cy="51843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30000"/>
                <a:satMod val="115000"/>
              </a:schemeClr>
              <a:schemeClr val="accent5">
                <a:hueOff val="0"/>
                <a:satOff val="0"/>
                <a:lumOff val="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/>
            <a:t>Evaluación de Resultados</a:t>
          </a:r>
        </a:p>
      </dsp:txBody>
      <dsp:txXfrm>
        <a:off x="319349" y="2877481"/>
        <a:ext cx="2391117" cy="4880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D6836-BC27-495D-AD80-4B1A425026A2}" type="datetimeFigureOut">
              <a:rPr lang="es-CO" smtClean="0"/>
              <a:t>8/03/2023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61963-3128-4156-8326-A8F36F3AC1C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353247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en-US" sz="1200" b="1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0949810"/>
      </p:ext>
    </p:extLst>
  </p:cSld>
  <p:clrMap bg1="lt1" tx1="dk1" bg2="dk2" tx2="lt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Marcador de pie de página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4467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64" name="Shape 2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Marcador de pie de página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4696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1258887" y="1196975"/>
            <a:ext cx="7634287" cy="4929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139700" algn="l" rtl="0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320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742950" indent="-107950" algn="l" rtl="0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–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3549465" y="6342064"/>
            <a:ext cx="2057400" cy="365125"/>
          </a:xfrm>
        </p:spPr>
        <p:txBody>
          <a:bodyPr/>
          <a:lstStyle>
            <a:lvl1pPr algn="ctr">
              <a:defRPr/>
            </a:lvl1pPr>
          </a:lstStyle>
          <a:p>
            <a:fld id="{CF765241-F5C6-4889-814A-D9F662FF5F59}" type="datetime1">
              <a:rPr lang="es-CO" smtClean="0"/>
              <a:pPr/>
              <a:t>8/03/2023</a:t>
            </a:fld>
            <a:endParaRPr lang="es-CO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 sz="2000" b="1">
                <a:latin typeface="+mj-lt"/>
              </a:defRPr>
            </a:lvl1pPr>
            <a:lvl2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0" name="Shape 6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3200" b="0" i="0" u="none" strike="noStrike" cap="none" baseline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45720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Arial"/>
              <a:buNone/>
              <a:defRPr sz="1400">
                <a:latin typeface="+mn-lt"/>
              </a:defRPr>
            </a:lvl1pPr>
            <a:lvl2pPr marL="457200" indent="0" rtl="0">
              <a:spcBef>
                <a:spcPts val="0"/>
              </a:spcBef>
              <a:buFont typeface="Arial"/>
              <a:buNone/>
              <a:defRPr sz="1200"/>
            </a:lvl2pPr>
            <a:lvl3pPr marL="914400" indent="0" rtl="0">
              <a:spcBef>
                <a:spcPts val="0"/>
              </a:spcBef>
              <a:buFont typeface="Arial"/>
              <a:buNone/>
              <a:defRPr sz="1000"/>
            </a:lvl3pPr>
            <a:lvl4pPr marL="1371600" indent="0" rtl="0">
              <a:spcBef>
                <a:spcPts val="0"/>
              </a:spcBef>
              <a:buFont typeface="Arial"/>
              <a:buNone/>
              <a:defRPr sz="900"/>
            </a:lvl4pPr>
            <a:lvl5pPr marL="1828800" indent="0" rtl="0">
              <a:spcBef>
                <a:spcPts val="0"/>
              </a:spcBef>
              <a:buFont typeface="Arial"/>
              <a:buNone/>
              <a:defRPr sz="900"/>
            </a:lvl5pPr>
            <a:lvl6pPr marL="2286000" indent="0" rtl="0">
              <a:spcBef>
                <a:spcPts val="0"/>
              </a:spcBef>
              <a:buFont typeface="Arial"/>
              <a:buNone/>
              <a:defRPr sz="900"/>
            </a:lvl6pPr>
            <a:lvl7pPr marL="2743200" indent="0" rtl="0">
              <a:spcBef>
                <a:spcPts val="0"/>
              </a:spcBef>
              <a:buFont typeface="Arial"/>
              <a:buNone/>
              <a:defRPr sz="900"/>
            </a:lvl7pPr>
            <a:lvl8pPr marL="3200400" indent="0" rtl="0">
              <a:spcBef>
                <a:spcPts val="0"/>
              </a:spcBef>
              <a:buFont typeface="Arial"/>
              <a:buNone/>
              <a:defRPr sz="900"/>
            </a:lvl8pPr>
            <a:lvl9pPr marL="3657600" indent="0" rtl="0">
              <a:spcBef>
                <a:spcPts val="0"/>
              </a:spcBef>
              <a:buFont typeface="Arial"/>
              <a:buNone/>
              <a:defRPr sz="900"/>
            </a:lvl9pPr>
          </a:lstStyle>
          <a:p>
            <a:endParaRPr dirty="0"/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C48A-08C9-42C5-BFDE-14D9FF0B1D58}" type="datetime1">
              <a:rPr lang="es-CO" smtClean="0"/>
              <a:t>8/03/2023</a:t>
            </a:fld>
            <a:endParaRPr lang="es-CO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186858" y="6378955"/>
            <a:ext cx="2138707" cy="342520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489097" y="1091757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 sz="2000" b="1">
                <a:latin typeface="+mj-lt"/>
              </a:defRPr>
            </a:lvl1pPr>
            <a:lvl2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575050" y="1073888"/>
            <a:ext cx="5111750" cy="50522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 sz="3200">
                <a:latin typeface="+mn-lt"/>
              </a:defRPr>
            </a:lvl1pPr>
            <a:lvl2pPr rtl="0">
              <a:spcBef>
                <a:spcPts val="0"/>
              </a:spcBef>
              <a:defRPr sz="2800"/>
            </a:lvl2pPr>
            <a:lvl3pPr rtl="0">
              <a:spcBef>
                <a:spcPts val="0"/>
              </a:spcBef>
              <a:defRPr sz="2400"/>
            </a:lvl3pPr>
            <a:lvl4pPr rtl="0">
              <a:spcBef>
                <a:spcPts val="0"/>
              </a:spcBef>
              <a:defRPr sz="2000"/>
            </a:lvl4pPr>
            <a:lvl5pPr rtl="0">
              <a:spcBef>
                <a:spcPts val="0"/>
              </a:spcBef>
              <a:defRPr sz="2000"/>
            </a:lvl5pPr>
            <a:lvl6pPr rtl="0">
              <a:spcBef>
                <a:spcPts val="0"/>
              </a:spcBef>
              <a:defRPr sz="2000"/>
            </a:lvl6pPr>
            <a:lvl7pPr rtl="0">
              <a:spcBef>
                <a:spcPts val="0"/>
              </a:spcBef>
              <a:defRPr sz="2000"/>
            </a:lvl7pPr>
            <a:lvl8pPr rtl="0">
              <a:spcBef>
                <a:spcPts val="0"/>
              </a:spcBef>
              <a:defRPr sz="2000"/>
            </a:lvl8pPr>
            <a:lvl9pPr rtl="0">
              <a:spcBef>
                <a:spcPts val="0"/>
              </a:spcBef>
              <a:defRPr sz="2000"/>
            </a:lvl9pPr>
          </a:lstStyle>
          <a:p>
            <a:endParaRPr dirty="0"/>
          </a:p>
        </p:txBody>
      </p:sp>
      <p:sp>
        <p:nvSpPr>
          <p:cNvPr id="65" name="Shape 65"/>
          <p:cNvSpPr txBox="1">
            <a:spLocks noGrp="1"/>
          </p:cNvSpPr>
          <p:nvPr>
            <p:ph type="body" idx="2"/>
          </p:nvPr>
        </p:nvSpPr>
        <p:spPr>
          <a:xfrm>
            <a:off x="457200" y="2413591"/>
            <a:ext cx="3008313" cy="371257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Arial"/>
              <a:buNone/>
              <a:defRPr sz="1400">
                <a:latin typeface="+mn-lt"/>
              </a:defRPr>
            </a:lvl1pPr>
            <a:lvl2pPr marL="457200" indent="0" rtl="0">
              <a:spcBef>
                <a:spcPts val="0"/>
              </a:spcBef>
              <a:buFont typeface="Arial"/>
              <a:buNone/>
              <a:defRPr sz="1200"/>
            </a:lvl2pPr>
            <a:lvl3pPr marL="914400" indent="0" rtl="0">
              <a:spcBef>
                <a:spcPts val="0"/>
              </a:spcBef>
              <a:buFont typeface="Arial"/>
              <a:buNone/>
              <a:defRPr sz="1000"/>
            </a:lvl3pPr>
            <a:lvl4pPr marL="1371600" indent="0" rtl="0">
              <a:spcBef>
                <a:spcPts val="0"/>
              </a:spcBef>
              <a:buFont typeface="Arial"/>
              <a:buNone/>
              <a:defRPr sz="900"/>
            </a:lvl4pPr>
            <a:lvl5pPr marL="1828800" indent="0" rtl="0">
              <a:spcBef>
                <a:spcPts val="0"/>
              </a:spcBef>
              <a:buFont typeface="Arial"/>
              <a:buNone/>
              <a:defRPr sz="900"/>
            </a:lvl5pPr>
            <a:lvl6pPr marL="2286000" indent="0" rtl="0">
              <a:spcBef>
                <a:spcPts val="0"/>
              </a:spcBef>
              <a:buFont typeface="Arial"/>
              <a:buNone/>
              <a:defRPr sz="900"/>
            </a:lvl6pPr>
            <a:lvl7pPr marL="2743200" indent="0" rtl="0">
              <a:spcBef>
                <a:spcPts val="0"/>
              </a:spcBef>
              <a:buFont typeface="Arial"/>
              <a:buNone/>
              <a:defRPr sz="900"/>
            </a:lvl7pPr>
            <a:lvl8pPr marL="3200400" indent="0" rtl="0">
              <a:spcBef>
                <a:spcPts val="0"/>
              </a:spcBef>
              <a:buFont typeface="Arial"/>
              <a:buNone/>
              <a:defRPr sz="900"/>
            </a:lvl8pPr>
            <a:lvl9pPr marL="3657600" indent="0" rtl="0">
              <a:spcBef>
                <a:spcPts val="0"/>
              </a:spcBef>
              <a:buFont typeface="Arial"/>
              <a:buNone/>
              <a:defRPr sz="900"/>
            </a:lvl9pPr>
          </a:lstStyle>
          <a:p>
            <a:endParaRPr dirty="0"/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A7E8E-D46C-47B8-945C-10E1E037F85E}" type="datetime1">
              <a:rPr lang="es-CO" smtClean="0"/>
              <a:t>8/03/2023</a:t>
            </a:fld>
            <a:endParaRPr lang="es-CO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186858" y="6378955"/>
            <a:ext cx="2138707" cy="342520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6C053-D583-49BF-9317-ACFB50AC39C2}" type="datetime1">
              <a:rPr lang="es-CO" smtClean="0"/>
              <a:t>8/03/2023</a:t>
            </a:fld>
            <a:endParaRPr lang="es-CO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186858" y="6378955"/>
            <a:ext cx="2138707" cy="342520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 sz="4000" b="1" cap="none">
                <a:latin typeface="+mj-lt"/>
              </a:defRPr>
            </a:lvl1pPr>
            <a:lvl2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rtl="0">
              <a:spcBef>
                <a:spcPts val="0"/>
              </a:spcBef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Arial"/>
              <a:buNone/>
              <a:defRPr sz="2000">
                <a:latin typeface="+mn-lt"/>
              </a:defRPr>
            </a:lvl1pPr>
            <a:lvl2pPr marL="457200" indent="0" rtl="0">
              <a:spcBef>
                <a:spcPts val="0"/>
              </a:spcBef>
              <a:buFont typeface="Arial"/>
              <a:buNone/>
              <a:defRPr sz="1800"/>
            </a:lvl2pPr>
            <a:lvl3pPr marL="914400" indent="0" rtl="0">
              <a:spcBef>
                <a:spcPts val="0"/>
              </a:spcBef>
              <a:buFont typeface="Arial"/>
              <a:buNone/>
              <a:defRPr sz="1600"/>
            </a:lvl3pPr>
            <a:lvl4pPr marL="1371600" indent="0" rtl="0">
              <a:spcBef>
                <a:spcPts val="0"/>
              </a:spcBef>
              <a:buFont typeface="Arial"/>
              <a:buNone/>
              <a:defRPr sz="1400"/>
            </a:lvl4pPr>
            <a:lvl5pPr marL="1828800" indent="0" rtl="0">
              <a:spcBef>
                <a:spcPts val="0"/>
              </a:spcBef>
              <a:buFont typeface="Arial"/>
              <a:buNone/>
              <a:defRPr sz="1400"/>
            </a:lvl5pPr>
            <a:lvl6pPr marL="2286000" indent="0" rtl="0">
              <a:spcBef>
                <a:spcPts val="0"/>
              </a:spcBef>
              <a:buFont typeface="Arial"/>
              <a:buNone/>
              <a:defRPr sz="1400"/>
            </a:lvl6pPr>
            <a:lvl7pPr marL="2743200" indent="0" rtl="0">
              <a:spcBef>
                <a:spcPts val="0"/>
              </a:spcBef>
              <a:buFont typeface="Arial"/>
              <a:buNone/>
              <a:defRPr sz="1400"/>
            </a:lvl7pPr>
            <a:lvl8pPr marL="3200400" indent="0" rtl="0">
              <a:spcBef>
                <a:spcPts val="0"/>
              </a:spcBef>
              <a:buFont typeface="Arial"/>
              <a:buNone/>
              <a:defRPr sz="1400"/>
            </a:lvl8pPr>
            <a:lvl9pPr marL="3657600" indent="0" rtl="0">
              <a:spcBef>
                <a:spcPts val="0"/>
              </a:spcBef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DAEE3-3F91-4AB7-AB4D-7B2926EE0F5D}" type="datetime1">
              <a:rPr lang="es-CO" smtClean="0"/>
              <a:t>8/03/2023</a:t>
            </a:fld>
            <a:endParaRPr lang="es-CO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186858" y="6378955"/>
            <a:ext cx="2138707" cy="342520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945312" cy="13430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1" i="0" u="none" strike="noStrike" cap="none" baseline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742950" marR="0" indent="-107950" algn="l" rtl="0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–"/>
              <a:defRPr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1692275" y="6367652"/>
            <a:ext cx="1690478" cy="353823"/>
          </a:xfrm>
        </p:spPr>
        <p:txBody>
          <a:bodyPr/>
          <a:lstStyle>
            <a:lvl1pPr algn="ctr">
              <a:defRPr/>
            </a:lvl1pPr>
          </a:lstStyle>
          <a:p>
            <a:fld id="{FFAF6EDA-AF3D-42E3-ABDA-B5A89687BCD7}" type="datetime1">
              <a:rPr lang="es-CO" smtClean="0"/>
              <a:pPr/>
              <a:t>8/03/2023</a:t>
            </a:fld>
            <a:endParaRPr lang="es-CO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868806" y="6367652"/>
            <a:ext cx="3009072" cy="364331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7301948" y="6352812"/>
            <a:ext cx="1385680" cy="387730"/>
          </a:xfrm>
        </p:spPr>
        <p:txBody>
          <a:bodyPr/>
          <a:lstStyle/>
          <a:p>
            <a:fld id="{5D048E2A-3154-4BEC-A16D-92763511F7D8}" type="slidenum">
              <a:rPr lang="es-CO" smtClean="0"/>
              <a:t>‹Nº›</a:t>
            </a:fld>
            <a:endParaRPr lang="es-CO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7D68-4578-4083-ABD0-C4EF0203C3F6}" type="datetime1">
              <a:rPr lang="es-CO" smtClean="0"/>
              <a:t>8/03/2023</a:t>
            </a:fld>
            <a:endParaRPr lang="es-CO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186858" y="6378955"/>
            <a:ext cx="2138707" cy="342520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6837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D8AE-5915-4A14-9AF5-7B5EA9AC4D2D}" type="datetime1">
              <a:rPr lang="es-CO" smtClean="0"/>
              <a:t>8/03/2023</a:t>
            </a:fld>
            <a:endParaRPr lang="es-CO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86858" y="6378955"/>
            <a:ext cx="2138707" cy="342520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5414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C7131-5E51-4D98-B07A-52E1763A5F9F}" type="datetime1">
              <a:rPr lang="es-CO" smtClean="0"/>
              <a:t>8/03/2023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186858" y="6378955"/>
            <a:ext cx="2138707" cy="342520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31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/>
          <p:nvPr/>
        </p:nvSpPr>
        <p:spPr>
          <a:xfrm>
            <a:off x="1692275" y="981075"/>
            <a:ext cx="7416800" cy="71436"/>
          </a:xfrm>
          <a:prstGeom prst="rect">
            <a:avLst/>
          </a:prstGeom>
          <a:gradFill>
            <a:gsLst>
              <a:gs pos="0">
                <a:srgbClr val="CBE7E9"/>
              </a:gs>
              <a:gs pos="100000">
                <a:srgbClr val="FFFFFF">
                  <a:alpha val="61960"/>
                </a:srgbClr>
              </a:gs>
            </a:gsLst>
            <a:lin ang="0" scaled="0"/>
          </a:gra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baseline="0">
              <a:solidFill>
                <a:schemeClr val="dk1"/>
              </a:solidFill>
              <a:latin typeface="Ancizar Sans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1" name="Shape 41"/>
          <p:cNvSpPr txBox="1"/>
          <p:nvPr/>
        </p:nvSpPr>
        <p:spPr>
          <a:xfrm>
            <a:off x="4479925" y="3108325"/>
            <a:ext cx="184149" cy="6413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br>
              <a:rPr lang="en-US" sz="1800" b="0" i="0" u="none" strike="noStrike" cap="none" baseline="0">
                <a:solidFill>
                  <a:schemeClr val="dk1"/>
                </a:solidFill>
                <a:latin typeface="Ancizar Sans" pitchFamily="34" charset="0"/>
                <a:ea typeface="Arial"/>
                <a:cs typeface="Arial"/>
                <a:sym typeface="Arial"/>
              </a:rPr>
            </a:br>
            <a:endParaRPr lang="en-US" sz="1800" b="0" i="0" u="none" strike="noStrike" cap="none" baseline="0">
              <a:solidFill>
                <a:schemeClr val="dk1"/>
              </a:solidFill>
              <a:latin typeface="Ancizar Sans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2" name="Shape 42"/>
          <p:cNvSpPr txBox="1"/>
          <p:nvPr/>
        </p:nvSpPr>
        <p:spPr>
          <a:xfrm>
            <a:off x="1476375" y="6165850"/>
            <a:ext cx="7559675" cy="71436"/>
          </a:xfrm>
          <a:prstGeom prst="rect">
            <a:avLst/>
          </a:prstGeom>
          <a:gradFill>
            <a:gsLst>
              <a:gs pos="0">
                <a:srgbClr val="FFFFFF">
                  <a:alpha val="96862"/>
                </a:srgbClr>
              </a:gs>
              <a:gs pos="100000">
                <a:srgbClr val="CBE7E9"/>
              </a:gs>
            </a:gsLst>
            <a:lin ang="5400000" scaled="0"/>
          </a:gra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baseline="0">
              <a:solidFill>
                <a:schemeClr val="dk1"/>
              </a:solidFill>
              <a:latin typeface="Ancizar Sans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1692275" y="188911"/>
            <a:ext cx="5771781" cy="792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 sz="3200" b="1" i="0" u="none" strike="noStrike" cap="none" baseline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 sz="3200" b="1" i="0" u="none" strike="noStrike" cap="none" baseline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 sz="3200" b="1" i="0" u="none" strike="noStrike" cap="none" baseline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 sz="3200" b="1" i="0" u="none" strike="noStrike" cap="none" baseline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 sz="3200" b="1" i="0" u="none" strike="noStrike" cap="none" baseline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 sz="3200" b="1" i="0" u="none" strike="noStrike" cap="none" baseline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 sz="3200" b="1" i="0" u="none" strike="noStrike" cap="none" baseline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 sz="3200" b="1" i="0" u="none" strike="noStrike" cap="none" baseline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 sz="3200" b="1" i="0" u="none" strike="noStrike" cap="none" baseline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1258887" y="1196975"/>
            <a:ext cx="7634287" cy="4929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139700" algn="l" rtl="0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  <a:defRPr sz="3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indent="-107950" algn="l" rtl="0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–"/>
              <a:defRPr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indent="-101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 sz="2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pic>
        <p:nvPicPr>
          <p:cNvPr id="2" name="1 Imagen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015" y="35386"/>
            <a:ext cx="1797983" cy="945689"/>
          </a:xfrm>
          <a:prstGeom prst="rect">
            <a:avLst/>
          </a:prstGeom>
        </p:spPr>
      </p:pic>
      <p:sp>
        <p:nvSpPr>
          <p:cNvPr id="3" name="Marcador de fecha 2"/>
          <p:cNvSpPr>
            <a:spLocks noGrp="1"/>
          </p:cNvSpPr>
          <p:nvPr>
            <p:ph type="dt" sz="half" idx="2"/>
          </p:nvPr>
        </p:nvSpPr>
        <p:spPr>
          <a:xfrm>
            <a:off x="3343275" y="63937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F7D68-4578-4083-ABD0-C4EF0203C3F6}" type="datetime1">
              <a:rPr lang="es-CO" smtClean="0"/>
              <a:pPr/>
              <a:t>8/03/2023</a:t>
            </a:fld>
            <a:endParaRPr lang="es-CO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4"/>
          </p:nvPr>
        </p:nvSpPr>
        <p:spPr>
          <a:xfrm>
            <a:off x="7129670" y="6356350"/>
            <a:ext cx="1385680" cy="3877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48E2A-3154-4BEC-A16D-92763511F7D8}" type="slidenum">
              <a:rPr lang="es-CO" smtClean="0"/>
              <a:t>‹Nº›</a:t>
            </a:fld>
            <a:endParaRPr lang="es-CO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8" r:id="rId5"/>
    <p:sldLayoutId id="2147483661" r:id="rId6"/>
    <p:sldLayoutId id="2147483664" r:id="rId7"/>
    <p:sldLayoutId id="2147483662" r:id="rId8"/>
    <p:sldLayoutId id="2147483663" r:id="rId9"/>
  </p:sldLayoutIdLst>
  <p:hf hdr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+mj-lt"/>
          <a:ea typeface="Ancizar Sans" pitchFamily="34" charset="0"/>
          <a:cs typeface="Arial"/>
          <a:sym typeface="Arial"/>
          <a:rtl val="0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+mj-lt"/>
          <a:ea typeface="Ancizar Sans" pitchFamily="34" charset="0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ww.colciencias.gov.co/sites/default/files/guiasectorial-ctei-gestionterritorial.pdf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ctrTitle"/>
          </p:nvPr>
        </p:nvSpPr>
        <p:spPr>
          <a:xfrm>
            <a:off x="557332" y="2148505"/>
            <a:ext cx="7929599" cy="1470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buClr>
                <a:schemeClr val="accent2"/>
              </a:buClr>
              <a:buSzPct val="25000"/>
            </a:pPr>
            <a:r>
              <a:rPr lang="es-CO" dirty="0">
                <a:latin typeface="Ancizar Sans" pitchFamily="34" charset="0"/>
              </a:rPr>
              <a:t>GESTIÓN Y GERENCIA DE PROYECTOS</a:t>
            </a:r>
            <a:br>
              <a:rPr lang="es-CO" dirty="0">
                <a:latin typeface="Ancizar Sans" pitchFamily="34" charset="0"/>
              </a:rPr>
            </a:br>
            <a:br>
              <a:rPr lang="es-CO" dirty="0">
                <a:latin typeface="Ancizar Sans" pitchFamily="34" charset="0"/>
              </a:rPr>
            </a:br>
            <a:r>
              <a:rPr lang="es-CO" sz="3600" dirty="0">
                <a:solidFill>
                  <a:srgbClr val="FF0000"/>
                </a:solidFill>
                <a:latin typeface="Ancizar Sans" panose="020B06020403000000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BASES CONCEPTUALES</a:t>
            </a:r>
            <a:endParaRPr lang="en-US" sz="3600" b="1" i="0" u="none" strike="noStrike" cap="none" baseline="0" dirty="0">
              <a:solidFill>
                <a:srgbClr val="FF0000"/>
              </a:solidFill>
              <a:latin typeface="Ancizar Sans" pitchFamily="34" charset="0"/>
              <a:sym typeface="Arial"/>
            </a:endParaRPr>
          </a:p>
        </p:txBody>
      </p:sp>
      <p:sp>
        <p:nvSpPr>
          <p:cNvPr id="33" name="Shape 33"/>
          <p:cNvSpPr txBox="1">
            <a:spLocks noGrp="1"/>
          </p:cNvSpPr>
          <p:nvPr>
            <p:ph type="subTitle" idx="1"/>
          </p:nvPr>
        </p:nvSpPr>
        <p:spPr>
          <a:xfrm>
            <a:off x="1171355" y="4660918"/>
            <a:ext cx="6945312" cy="13430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dirty="0">
                <a:latin typeface="Ancizar Sans" pitchFamily="34" charset="0"/>
              </a:rPr>
              <a:t>PhD, OSCAR FERNANDO CASTELLANOS DOMÍNGUEZ</a:t>
            </a:r>
            <a:endParaRPr lang="en-US" b="1" i="0" u="none" strike="noStrike" cap="none" baseline="0" dirty="0">
              <a:solidFill>
                <a:srgbClr val="000000"/>
              </a:solidFill>
              <a:latin typeface="Ancizar Sans" pitchFamily="34" charset="0"/>
              <a:sym typeface="Arial"/>
            </a:endParaRPr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3615311" y="6375417"/>
            <a:ext cx="2057400" cy="365125"/>
          </a:xfrm>
        </p:spPr>
        <p:txBody>
          <a:bodyPr/>
          <a:lstStyle/>
          <a:p>
            <a:fld id="{F8CF15A8-C709-4BE5-AE4E-6CACDDDB4810}" type="datetime1">
              <a:rPr lang="es-CO" smtClean="0"/>
              <a:t>8/03/2023</a:t>
            </a:fld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1</a:t>
            </a:fld>
            <a:endParaRPr lang="es-CO" dirty="0"/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26A643-4D4A-4530-ADCA-3F503E5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2C9E-0DBC-4685-A763-F5B8006F36B5}" type="datetime1">
              <a:rPr lang="es-CO" smtClean="0"/>
              <a:t>8/03/2023</a:t>
            </a:fld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D0076F-2C60-4D15-9766-3002435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B60A-B57B-4CCE-8820-C8CD71A5FFC4}" type="slidenum">
              <a:rPr lang="en-US" smtClean="0"/>
              <a:t>2</a:t>
            </a:fld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EEA61D-8400-4572-8FBA-6A8D169F669C}"/>
              </a:ext>
            </a:extLst>
          </p:cNvPr>
          <p:cNvSpPr txBox="1">
            <a:spLocks/>
          </p:cNvSpPr>
          <p:nvPr/>
        </p:nvSpPr>
        <p:spPr>
          <a:xfrm>
            <a:off x="1103709" y="2132410"/>
            <a:ext cx="6997303" cy="199766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MX" sz="1800" dirty="0">
                <a:latin typeface="Ancizar Sans"/>
              </a:rPr>
              <a:t>Es un </a:t>
            </a:r>
            <a:r>
              <a:rPr lang="es-MX" sz="1800" b="1" dirty="0">
                <a:solidFill>
                  <a:schemeClr val="accent2"/>
                </a:solidFill>
                <a:latin typeface="Ancizar Sans"/>
              </a:rPr>
              <a:t>conjunto de actividades coordinadas </a:t>
            </a:r>
            <a:r>
              <a:rPr lang="es-MX" sz="1800" dirty="0">
                <a:latin typeface="Ancizar Sans"/>
              </a:rPr>
              <a:t>y </a:t>
            </a:r>
            <a:r>
              <a:rPr lang="es-MX" sz="1800" b="1" dirty="0">
                <a:solidFill>
                  <a:schemeClr val="accent2"/>
                </a:solidFill>
                <a:latin typeface="Ancizar Sans"/>
              </a:rPr>
              <a:t>relacionadas </a:t>
            </a:r>
            <a:r>
              <a:rPr lang="es-MX" sz="1800" dirty="0">
                <a:latin typeface="Ancizar Sans"/>
              </a:rPr>
              <a:t>entre sí que buscan </a:t>
            </a:r>
            <a:r>
              <a:rPr lang="es-MX" sz="1800" b="1" dirty="0">
                <a:solidFill>
                  <a:schemeClr val="accent2"/>
                </a:solidFill>
                <a:latin typeface="Ancizar Sans"/>
              </a:rPr>
              <a:t>cumplir un objetivo </a:t>
            </a:r>
            <a:r>
              <a:rPr lang="es-MX" sz="1800" dirty="0">
                <a:latin typeface="Ancizar Sans"/>
              </a:rPr>
              <a:t>específico (resultado, producto o servicio) dentro de un </a:t>
            </a:r>
            <a:r>
              <a:rPr lang="es-MX" sz="1800" b="1" dirty="0">
                <a:solidFill>
                  <a:srgbClr val="00B0F0"/>
                </a:solidFill>
                <a:latin typeface="Ancizar Sans"/>
              </a:rPr>
              <a:t>tiempo</a:t>
            </a:r>
            <a:r>
              <a:rPr lang="es-MX" sz="1800" dirty="0">
                <a:latin typeface="Ancizar Sans"/>
              </a:rPr>
              <a:t>, con un </a:t>
            </a:r>
            <a:r>
              <a:rPr lang="es-MX" sz="1800" b="1" dirty="0">
                <a:solidFill>
                  <a:srgbClr val="00B0F0"/>
                </a:solidFill>
                <a:latin typeface="Ancizar Sans"/>
              </a:rPr>
              <a:t>costo</a:t>
            </a:r>
            <a:r>
              <a:rPr lang="es-MX" sz="1800" dirty="0">
                <a:latin typeface="Ancizar Sans"/>
              </a:rPr>
              <a:t> y un </a:t>
            </a:r>
            <a:r>
              <a:rPr lang="es-MX" sz="1800" b="1" dirty="0">
                <a:solidFill>
                  <a:srgbClr val="00B0F0"/>
                </a:solidFill>
                <a:latin typeface="Ancizar Sans"/>
              </a:rPr>
              <a:t>alcance definidos</a:t>
            </a:r>
            <a:r>
              <a:rPr lang="es-MX" sz="1800" dirty="0">
                <a:latin typeface="Ancizar Sans"/>
              </a:rPr>
              <a:t>. Cabe destacar que completar con éxito un proyecto significa </a:t>
            </a:r>
            <a:r>
              <a:rPr lang="es-MX" sz="1800" b="1" dirty="0">
                <a:latin typeface="Ancizar Sans"/>
              </a:rPr>
              <a:t>cumplir con los objetivos </a:t>
            </a:r>
            <a:r>
              <a:rPr lang="es-MX" sz="1800" dirty="0">
                <a:latin typeface="Ancizar Sans"/>
              </a:rPr>
              <a:t>dentro del alcance propuesto, el costo determinado y el plazo pautado. El éxito de un proyecto también se mide por la </a:t>
            </a:r>
            <a:r>
              <a:rPr lang="es-MX" sz="1800" b="1" dirty="0">
                <a:latin typeface="Ancizar Sans"/>
              </a:rPr>
              <a:t>calidad y el grado de satisfacción </a:t>
            </a:r>
            <a:r>
              <a:rPr lang="es-MX" sz="1800" dirty="0">
                <a:latin typeface="Ancizar Sans"/>
              </a:rPr>
              <a:t>de los interesados, lo cual implica que se den los beneficios para los cuales fue emprendido el proyecto.</a:t>
            </a:r>
            <a:endParaRPr lang="es-CO" sz="1800" b="1" dirty="0">
              <a:latin typeface="Ancizar Sans"/>
            </a:endParaRPr>
          </a:p>
          <a:p>
            <a:pPr marL="385763" indent="-385763">
              <a:buFont typeface="+mj-lt"/>
              <a:buAutoNum type="arabicPeriod"/>
            </a:pPr>
            <a:endParaRPr lang="en-US" sz="1800" b="1" dirty="0">
              <a:latin typeface="Ancizar San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00A997F-F763-4DF0-93ED-A215F5EBC1CB}"/>
              </a:ext>
            </a:extLst>
          </p:cNvPr>
          <p:cNvSpPr/>
          <p:nvPr/>
        </p:nvSpPr>
        <p:spPr>
          <a:xfrm>
            <a:off x="5197720" y="4412165"/>
            <a:ext cx="290329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900" dirty="0"/>
              <a:t>Definición Proyectos.</a:t>
            </a:r>
          </a:p>
          <a:p>
            <a:pPr algn="r"/>
            <a:r>
              <a:rPr lang="es-CO" sz="900" dirty="0"/>
              <a:t>Recuperado de: Guía de aprendizaje PMA SAP, junio 2018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C127E6-BB96-4A60-A493-E705490B63E8}"/>
              </a:ext>
            </a:extLst>
          </p:cNvPr>
          <p:cNvSpPr txBox="1"/>
          <p:nvPr/>
        </p:nvSpPr>
        <p:spPr>
          <a:xfrm>
            <a:off x="2810844" y="238825"/>
            <a:ext cx="358303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700" b="1" dirty="0">
                <a:solidFill>
                  <a:srgbClr val="002060"/>
                </a:solidFill>
                <a:latin typeface="Ancizar Sans"/>
              </a:rPr>
              <a:t>PROYECTO - CONCEPTO</a:t>
            </a:r>
            <a:endParaRPr lang="en-US" sz="2700" b="1" dirty="0">
              <a:solidFill>
                <a:srgbClr val="002060"/>
              </a:solidFill>
              <a:latin typeface="Ancizar Sans"/>
            </a:endParaRPr>
          </a:p>
        </p:txBody>
      </p:sp>
    </p:spTree>
    <p:extLst>
      <p:ext uri="{BB962C8B-B14F-4D97-AF65-F5344CB8AC3E}">
        <p14:creationId xmlns:p14="http://schemas.microsoft.com/office/powerpoint/2010/main" val="197931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26A643-4D4A-4530-ADCA-3F503E5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2C9E-0DBC-4685-A763-F5B8006F36B5}" type="datetime1">
              <a:rPr lang="es-CO" smtClean="0"/>
              <a:t>8/03/2023</a:t>
            </a:fld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D0076F-2C60-4D15-9766-3002435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B60A-B57B-4CCE-8820-C8CD71A5FFC4}" type="slidenum">
              <a:rPr lang="en-US" smtClean="0"/>
              <a:t>3</a:t>
            </a:fld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C129D1-3714-4F5C-8448-6B90347A98D3}"/>
              </a:ext>
            </a:extLst>
          </p:cNvPr>
          <p:cNvSpPr txBox="1">
            <a:spLocks/>
          </p:cNvSpPr>
          <p:nvPr/>
        </p:nvSpPr>
        <p:spPr>
          <a:xfrm>
            <a:off x="1355337" y="2021798"/>
            <a:ext cx="4165694" cy="184424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MX" sz="1800" dirty="0"/>
              <a:t>Se define como el uso de una </a:t>
            </a:r>
            <a:r>
              <a:rPr lang="es-MX" sz="1800" b="1" dirty="0"/>
              <a:t>combinación de herramientas </a:t>
            </a:r>
            <a:r>
              <a:rPr lang="es-MX" sz="1800" dirty="0"/>
              <a:t>y técnicas derivadas de </a:t>
            </a:r>
            <a:r>
              <a:rPr lang="es-MX" sz="1800" b="1" dirty="0">
                <a:solidFill>
                  <a:schemeClr val="accent2"/>
                </a:solidFill>
              </a:rPr>
              <a:t>buenas prácticas y estándares </a:t>
            </a:r>
            <a:r>
              <a:rPr lang="es-MX" sz="1800" dirty="0"/>
              <a:t>internacionales para </a:t>
            </a:r>
            <a:r>
              <a:rPr lang="es-MX" sz="1800" b="1" dirty="0">
                <a:solidFill>
                  <a:srgbClr val="00B0F0"/>
                </a:solidFill>
              </a:rPr>
              <a:t>asegurar el logro de los objetivos específicos </a:t>
            </a:r>
            <a:r>
              <a:rPr lang="es-MX" sz="1800" dirty="0"/>
              <a:t>(resultado, producto o servicio) del proyecto dentro del tiempo (cronograma), el costo (presupuesto), el alcance y la calidad planificados.</a:t>
            </a:r>
            <a:endParaRPr lang="es-CO" sz="1800" b="1" dirty="0">
              <a:latin typeface="Ancizar Sans"/>
            </a:endParaRPr>
          </a:p>
          <a:p>
            <a:pPr marL="385763" indent="-385763">
              <a:buFont typeface="+mj-lt"/>
              <a:buAutoNum type="arabicPeriod"/>
            </a:pPr>
            <a:endParaRPr lang="en-US" sz="1800" b="1" dirty="0">
              <a:latin typeface="Ancizar San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573A1A-EE66-401B-B78A-A7B38FC7A64E}"/>
              </a:ext>
            </a:extLst>
          </p:cNvPr>
          <p:cNvSpPr txBox="1"/>
          <p:nvPr/>
        </p:nvSpPr>
        <p:spPr>
          <a:xfrm>
            <a:off x="3103254" y="408965"/>
            <a:ext cx="3135795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250" b="1" dirty="0">
                <a:solidFill>
                  <a:srgbClr val="002060"/>
                </a:solidFill>
                <a:latin typeface="Ancizar Sans"/>
              </a:rPr>
              <a:t>GESTIÓN DE PROYECTOS</a:t>
            </a:r>
            <a:endParaRPr lang="en-US" sz="2250" b="1" dirty="0">
              <a:solidFill>
                <a:srgbClr val="002060"/>
              </a:solidFill>
              <a:latin typeface="Ancizar San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9EFC63A-D2D8-4FC2-9468-2AF9CE1089D7}"/>
              </a:ext>
            </a:extLst>
          </p:cNvPr>
          <p:cNvSpPr/>
          <p:nvPr/>
        </p:nvSpPr>
        <p:spPr>
          <a:xfrm>
            <a:off x="5793737" y="4865472"/>
            <a:ext cx="281091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900" dirty="0">
                <a:latin typeface="AzoSans-Bold"/>
              </a:rPr>
              <a:t>Definición de Gestión de Proyectos.</a:t>
            </a:r>
          </a:p>
          <a:p>
            <a:pPr algn="r"/>
            <a:r>
              <a:rPr lang="es-CO" sz="900" dirty="0">
                <a:latin typeface="AzoSans-Bold"/>
              </a:rPr>
              <a:t>Recuperado de: Guía de aprendizaje PMA SAP, junio 2020</a:t>
            </a:r>
            <a:endParaRPr lang="es-CO" sz="900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7C49A6E-25F4-480F-96BB-5B7D04DE2665}"/>
              </a:ext>
            </a:extLst>
          </p:cNvPr>
          <p:cNvGrpSpPr/>
          <p:nvPr/>
        </p:nvGrpSpPr>
        <p:grpSpPr>
          <a:xfrm>
            <a:off x="6611779" y="2138698"/>
            <a:ext cx="1035781" cy="1767205"/>
            <a:chOff x="593104" y="432413"/>
            <a:chExt cx="2156062" cy="4206297"/>
          </a:xfrm>
        </p:grpSpPr>
        <p:grpSp>
          <p:nvGrpSpPr>
            <p:cNvPr id="8" name="그룹 5">
              <a:extLst>
                <a:ext uri="{FF2B5EF4-FFF2-40B4-BE49-F238E27FC236}">
                  <a16:creationId xmlns:a16="http://schemas.microsoft.com/office/drawing/2014/main" id="{0A110B03-4BDF-495F-AB57-A94467745ED0}"/>
                </a:ext>
              </a:extLst>
            </p:cNvPr>
            <p:cNvGrpSpPr/>
            <p:nvPr/>
          </p:nvGrpSpPr>
          <p:grpSpPr>
            <a:xfrm>
              <a:off x="593104" y="432413"/>
              <a:ext cx="2156062" cy="4206297"/>
              <a:chOff x="3539504" y="1812927"/>
              <a:chExt cx="2156062" cy="4206297"/>
            </a:xfrm>
          </p:grpSpPr>
          <p:grpSp>
            <p:nvGrpSpPr>
              <p:cNvPr id="14" name="Group 3">
                <a:extLst>
                  <a:ext uri="{FF2B5EF4-FFF2-40B4-BE49-F238E27FC236}">
                    <a16:creationId xmlns:a16="http://schemas.microsoft.com/office/drawing/2014/main" id="{DDD02C27-301E-4ADF-8B54-8D1DF3F3810C}"/>
                  </a:ext>
                </a:extLst>
              </p:cNvPr>
              <p:cNvGrpSpPr/>
              <p:nvPr/>
            </p:nvGrpSpPr>
            <p:grpSpPr>
              <a:xfrm>
                <a:off x="4080222" y="5227134"/>
                <a:ext cx="1074452" cy="792090"/>
                <a:chOff x="3773268" y="4911608"/>
                <a:chExt cx="922956" cy="1004233"/>
              </a:xfrm>
            </p:grpSpPr>
            <p:sp>
              <p:nvSpPr>
                <p:cNvPr id="30" name="Trapezoid 19">
                  <a:extLst>
                    <a:ext uri="{FF2B5EF4-FFF2-40B4-BE49-F238E27FC236}">
                      <a16:creationId xmlns:a16="http://schemas.microsoft.com/office/drawing/2014/main" id="{733C0D4E-256F-46C0-94BA-EA08A7BC4EF4}"/>
                    </a:ext>
                  </a:extLst>
                </p:cNvPr>
                <p:cNvSpPr/>
                <p:nvPr/>
              </p:nvSpPr>
              <p:spPr>
                <a:xfrm rot="10800000">
                  <a:off x="3773268" y="4911608"/>
                  <a:ext cx="922956" cy="1004233"/>
                </a:xfrm>
                <a:prstGeom prst="trapezoid">
                  <a:avLst>
                    <a:gd name="adj" fmla="val 78876"/>
                  </a:avLst>
                </a:prstGeom>
                <a:solidFill>
                  <a:srgbClr val="F5B317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  <p:sp>
              <p:nvSpPr>
                <p:cNvPr id="31" name="Isosceles Triangle 20">
                  <a:extLst>
                    <a:ext uri="{FF2B5EF4-FFF2-40B4-BE49-F238E27FC236}">
                      <a16:creationId xmlns:a16="http://schemas.microsoft.com/office/drawing/2014/main" id="{22E7DBBF-5E85-4A88-9D16-DED5C66D4A47}"/>
                    </a:ext>
                  </a:extLst>
                </p:cNvPr>
                <p:cNvSpPr/>
                <p:nvPr/>
              </p:nvSpPr>
              <p:spPr>
                <a:xfrm rot="10800000" flipH="1">
                  <a:off x="4132972" y="5714655"/>
                  <a:ext cx="213694" cy="184219"/>
                </a:xfrm>
                <a:prstGeom prst="triangle">
                  <a:avLst/>
                </a:prstGeom>
                <a:solidFill>
                  <a:srgbClr val="57687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</p:grpSp>
          <p:grpSp>
            <p:nvGrpSpPr>
              <p:cNvPr id="15" name="Group 4">
                <a:extLst>
                  <a:ext uri="{FF2B5EF4-FFF2-40B4-BE49-F238E27FC236}">
                    <a16:creationId xmlns:a16="http://schemas.microsoft.com/office/drawing/2014/main" id="{6C75B5C1-1809-4FDD-BBF9-ECA47555B436}"/>
                  </a:ext>
                </a:extLst>
              </p:cNvPr>
              <p:cNvGrpSpPr/>
              <p:nvPr/>
            </p:nvGrpSpPr>
            <p:grpSpPr>
              <a:xfrm>
                <a:off x="3539504" y="4043430"/>
                <a:ext cx="757285" cy="1249932"/>
                <a:chOff x="3319643" y="3717032"/>
                <a:chExt cx="641101" cy="1058168"/>
              </a:xfrm>
            </p:grpSpPr>
            <p:sp>
              <p:nvSpPr>
                <p:cNvPr id="28" name="Round Same Side Corner Rectangle 3">
                  <a:extLst>
                    <a:ext uri="{FF2B5EF4-FFF2-40B4-BE49-F238E27FC236}">
                      <a16:creationId xmlns:a16="http://schemas.microsoft.com/office/drawing/2014/main" id="{7407D94B-41C6-471D-A399-08F07390CE06}"/>
                    </a:ext>
                  </a:extLst>
                </p:cNvPr>
                <p:cNvSpPr/>
                <p:nvPr/>
              </p:nvSpPr>
              <p:spPr>
                <a:xfrm rot="10800000">
                  <a:off x="3777403" y="4005064"/>
                  <a:ext cx="183341" cy="770136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  <p:sp>
              <p:nvSpPr>
                <p:cNvPr id="29" name="Oval 18">
                  <a:extLst>
                    <a:ext uri="{FF2B5EF4-FFF2-40B4-BE49-F238E27FC236}">
                      <a16:creationId xmlns:a16="http://schemas.microsoft.com/office/drawing/2014/main" id="{2062BA7B-A242-4161-AED5-74625610D6ED}"/>
                    </a:ext>
                  </a:extLst>
                </p:cNvPr>
                <p:cNvSpPr/>
                <p:nvPr/>
              </p:nvSpPr>
              <p:spPr>
                <a:xfrm>
                  <a:off x="3319643" y="3717032"/>
                  <a:ext cx="576064" cy="576064"/>
                </a:xfrm>
                <a:prstGeom prst="ellipse">
                  <a:avLst/>
                </a:prstGeom>
                <a:solidFill>
                  <a:schemeClr val="bg1"/>
                </a:solidFill>
                <a:ln w="152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</p:grpSp>
          <p:grpSp>
            <p:nvGrpSpPr>
              <p:cNvPr id="16" name="Group 5">
                <a:extLst>
                  <a:ext uri="{FF2B5EF4-FFF2-40B4-BE49-F238E27FC236}">
                    <a16:creationId xmlns:a16="http://schemas.microsoft.com/office/drawing/2014/main" id="{5A5FB8AF-EDE9-4CC0-A35C-466117556AB5}"/>
                  </a:ext>
                </a:extLst>
              </p:cNvPr>
              <p:cNvGrpSpPr/>
              <p:nvPr/>
            </p:nvGrpSpPr>
            <p:grpSpPr>
              <a:xfrm>
                <a:off x="3753192" y="2929372"/>
                <a:ext cx="756214" cy="2363990"/>
                <a:chOff x="3503484" y="2773890"/>
                <a:chExt cx="640195" cy="2001310"/>
              </a:xfrm>
            </p:grpSpPr>
            <p:sp>
              <p:nvSpPr>
                <p:cNvPr id="26" name="Round Same Side Corner Rectangle 8">
                  <a:extLst>
                    <a:ext uri="{FF2B5EF4-FFF2-40B4-BE49-F238E27FC236}">
                      <a16:creationId xmlns:a16="http://schemas.microsoft.com/office/drawing/2014/main" id="{9D9C001C-719B-4A36-BF6F-752A2786DA45}"/>
                    </a:ext>
                  </a:extLst>
                </p:cNvPr>
                <p:cNvSpPr/>
                <p:nvPr/>
              </p:nvSpPr>
              <p:spPr>
                <a:xfrm rot="10800000">
                  <a:off x="3960338" y="3061922"/>
                  <a:ext cx="183341" cy="1713278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  <p:sp>
              <p:nvSpPr>
                <p:cNvPr id="27" name="Oval 16">
                  <a:extLst>
                    <a:ext uri="{FF2B5EF4-FFF2-40B4-BE49-F238E27FC236}">
                      <a16:creationId xmlns:a16="http://schemas.microsoft.com/office/drawing/2014/main" id="{F3FBE7FF-95C9-481D-A7BB-5D1E403CB514}"/>
                    </a:ext>
                  </a:extLst>
                </p:cNvPr>
                <p:cNvSpPr/>
                <p:nvPr/>
              </p:nvSpPr>
              <p:spPr>
                <a:xfrm>
                  <a:off x="3503484" y="2773890"/>
                  <a:ext cx="576064" cy="576064"/>
                </a:xfrm>
                <a:prstGeom prst="ellipse">
                  <a:avLst/>
                </a:prstGeom>
                <a:solidFill>
                  <a:schemeClr val="bg1"/>
                </a:solidFill>
                <a:ln w="1524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</p:grpSp>
          <p:grpSp>
            <p:nvGrpSpPr>
              <p:cNvPr id="17" name="Group 6">
                <a:extLst>
                  <a:ext uri="{FF2B5EF4-FFF2-40B4-BE49-F238E27FC236}">
                    <a16:creationId xmlns:a16="http://schemas.microsoft.com/office/drawing/2014/main" id="{AB0981E7-89BB-4FA1-BDC6-D1AC22514BA2}"/>
                  </a:ext>
                </a:extLst>
              </p:cNvPr>
              <p:cNvGrpSpPr/>
              <p:nvPr/>
            </p:nvGrpSpPr>
            <p:grpSpPr>
              <a:xfrm>
                <a:off x="3964995" y="1812927"/>
                <a:ext cx="758121" cy="3478053"/>
                <a:chOff x="3684808" y="1830748"/>
                <a:chExt cx="641809" cy="2944452"/>
              </a:xfrm>
            </p:grpSpPr>
            <p:sp>
              <p:nvSpPr>
                <p:cNvPr id="24" name="Round Same Side Corner Rectangle 9">
                  <a:extLst>
                    <a:ext uri="{FF2B5EF4-FFF2-40B4-BE49-F238E27FC236}">
                      <a16:creationId xmlns:a16="http://schemas.microsoft.com/office/drawing/2014/main" id="{437D860C-7B6F-4A37-A3F0-EE40554F80EF}"/>
                    </a:ext>
                  </a:extLst>
                </p:cNvPr>
                <p:cNvSpPr/>
                <p:nvPr/>
              </p:nvSpPr>
              <p:spPr>
                <a:xfrm rot="10800000">
                  <a:off x="4143276" y="2118780"/>
                  <a:ext cx="183341" cy="265642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  <p:sp>
              <p:nvSpPr>
                <p:cNvPr id="25" name="Oval 14">
                  <a:extLst>
                    <a:ext uri="{FF2B5EF4-FFF2-40B4-BE49-F238E27FC236}">
                      <a16:creationId xmlns:a16="http://schemas.microsoft.com/office/drawing/2014/main" id="{3E06F160-9F71-4C0F-B829-4AA8BE04F0CC}"/>
                    </a:ext>
                  </a:extLst>
                </p:cNvPr>
                <p:cNvSpPr/>
                <p:nvPr/>
              </p:nvSpPr>
              <p:spPr>
                <a:xfrm>
                  <a:off x="3684808" y="1830748"/>
                  <a:ext cx="576064" cy="576064"/>
                </a:xfrm>
                <a:prstGeom prst="ellipse">
                  <a:avLst/>
                </a:prstGeom>
                <a:solidFill>
                  <a:schemeClr val="bg1"/>
                </a:solidFill>
                <a:ln w="152400"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 dirty="0"/>
                </a:p>
              </p:txBody>
            </p:sp>
          </p:grpSp>
          <p:grpSp>
            <p:nvGrpSpPr>
              <p:cNvPr id="18" name="Group 7">
                <a:extLst>
                  <a:ext uri="{FF2B5EF4-FFF2-40B4-BE49-F238E27FC236}">
                    <a16:creationId xmlns:a16="http://schemas.microsoft.com/office/drawing/2014/main" id="{994D9747-1C0F-4CF9-8492-DB4AB327FF6B}"/>
                  </a:ext>
                </a:extLst>
              </p:cNvPr>
              <p:cNvGrpSpPr/>
              <p:nvPr/>
            </p:nvGrpSpPr>
            <p:grpSpPr>
              <a:xfrm>
                <a:off x="4722442" y="2372338"/>
                <a:ext cx="754721" cy="2921023"/>
                <a:chOff x="4326213" y="2302319"/>
                <a:chExt cx="638931" cy="2472881"/>
              </a:xfrm>
            </p:grpSpPr>
            <p:sp>
              <p:nvSpPr>
                <p:cNvPr id="22" name="Round Same Side Corner Rectangle 10">
                  <a:extLst>
                    <a:ext uri="{FF2B5EF4-FFF2-40B4-BE49-F238E27FC236}">
                      <a16:creationId xmlns:a16="http://schemas.microsoft.com/office/drawing/2014/main" id="{B9F1580C-F26D-4DA1-8435-5980A0FCB8C3}"/>
                    </a:ext>
                  </a:extLst>
                </p:cNvPr>
                <p:cNvSpPr/>
                <p:nvPr/>
              </p:nvSpPr>
              <p:spPr>
                <a:xfrm rot="10800000">
                  <a:off x="4326213" y="2590351"/>
                  <a:ext cx="183341" cy="2184849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 dirty="0"/>
                </a:p>
              </p:txBody>
            </p:sp>
            <p:sp>
              <p:nvSpPr>
                <p:cNvPr id="23" name="Oval 12">
                  <a:extLst>
                    <a:ext uri="{FF2B5EF4-FFF2-40B4-BE49-F238E27FC236}">
                      <a16:creationId xmlns:a16="http://schemas.microsoft.com/office/drawing/2014/main" id="{9C130D26-D85C-4579-AF76-8D589D439C3E}"/>
                    </a:ext>
                  </a:extLst>
                </p:cNvPr>
                <p:cNvSpPr/>
                <p:nvPr/>
              </p:nvSpPr>
              <p:spPr>
                <a:xfrm>
                  <a:off x="4389080" y="2302319"/>
                  <a:ext cx="576064" cy="576064"/>
                </a:xfrm>
                <a:prstGeom prst="ellipse">
                  <a:avLst/>
                </a:prstGeom>
                <a:solidFill>
                  <a:schemeClr val="bg1"/>
                </a:solidFill>
                <a:ln w="152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</p:grpSp>
          <p:grpSp>
            <p:nvGrpSpPr>
              <p:cNvPr id="19" name="Group 8">
                <a:extLst>
                  <a:ext uri="{FF2B5EF4-FFF2-40B4-BE49-F238E27FC236}">
                    <a16:creationId xmlns:a16="http://schemas.microsoft.com/office/drawing/2014/main" id="{C85FC09F-E11C-4D76-9985-F9FDEA688702}"/>
                  </a:ext>
                </a:extLst>
              </p:cNvPr>
              <p:cNvGrpSpPr/>
              <p:nvPr/>
            </p:nvGrpSpPr>
            <p:grpSpPr>
              <a:xfrm>
                <a:off x="4938107" y="3486400"/>
                <a:ext cx="757459" cy="1806962"/>
                <a:chOff x="4509151" y="3245461"/>
                <a:chExt cx="641249" cy="1529739"/>
              </a:xfrm>
            </p:grpSpPr>
            <p:sp>
              <p:nvSpPr>
                <p:cNvPr id="20" name="Round Same Side Corner Rectangle 11">
                  <a:extLst>
                    <a:ext uri="{FF2B5EF4-FFF2-40B4-BE49-F238E27FC236}">
                      <a16:creationId xmlns:a16="http://schemas.microsoft.com/office/drawing/2014/main" id="{0729E98F-B139-4592-8F86-3326FBDDF782}"/>
                    </a:ext>
                  </a:extLst>
                </p:cNvPr>
                <p:cNvSpPr/>
                <p:nvPr/>
              </p:nvSpPr>
              <p:spPr>
                <a:xfrm rot="10800000">
                  <a:off x="4509151" y="3533493"/>
                  <a:ext cx="183341" cy="1241707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  <p:sp>
              <p:nvSpPr>
                <p:cNvPr id="21" name="Oval 10">
                  <a:extLst>
                    <a:ext uri="{FF2B5EF4-FFF2-40B4-BE49-F238E27FC236}">
                      <a16:creationId xmlns:a16="http://schemas.microsoft.com/office/drawing/2014/main" id="{EF7753B4-715E-4476-9BB8-55F01A8245F5}"/>
                    </a:ext>
                  </a:extLst>
                </p:cNvPr>
                <p:cNvSpPr/>
                <p:nvPr/>
              </p:nvSpPr>
              <p:spPr>
                <a:xfrm>
                  <a:off x="4574336" y="3245461"/>
                  <a:ext cx="576064" cy="576064"/>
                </a:xfrm>
                <a:prstGeom prst="ellipse">
                  <a:avLst/>
                </a:prstGeom>
                <a:solidFill>
                  <a:schemeClr val="bg1"/>
                </a:solidFill>
                <a:ln w="1524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 dirty="0"/>
                </a:p>
              </p:txBody>
            </p:sp>
          </p:grpSp>
        </p:grpSp>
        <p:sp>
          <p:nvSpPr>
            <p:cNvPr id="9" name="Rounded Rectangle 5">
              <a:extLst>
                <a:ext uri="{FF2B5EF4-FFF2-40B4-BE49-F238E27FC236}">
                  <a16:creationId xmlns:a16="http://schemas.microsoft.com/office/drawing/2014/main" id="{95FFD98B-F88D-4371-ACE5-DB1B251F04DB}"/>
                </a:ext>
              </a:extLst>
            </p:cNvPr>
            <p:cNvSpPr/>
            <p:nvPr/>
          </p:nvSpPr>
          <p:spPr>
            <a:xfrm flipH="1">
              <a:off x="2033190" y="1214210"/>
              <a:ext cx="335781" cy="276999"/>
            </a:xfrm>
            <a:custGeom>
              <a:avLst/>
              <a:gdLst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33810"/>
                <a:gd name="connsiteX1" fmla="*/ 1574067 w 3217557"/>
                <a:gd name="connsiteY1" fmla="*/ 851360 h 2633810"/>
                <a:gd name="connsiteX2" fmla="*/ 1384251 w 3217557"/>
                <a:gd name="connsiteY2" fmla="*/ 1041176 h 2633810"/>
                <a:gd name="connsiteX3" fmla="*/ 1194435 w 3217557"/>
                <a:gd name="connsiteY3" fmla="*/ 851360 h 2633810"/>
                <a:gd name="connsiteX4" fmla="*/ 1384251 w 3217557"/>
                <a:gd name="connsiteY4" fmla="*/ 661544 h 2633810"/>
                <a:gd name="connsiteX5" fmla="*/ 1993421 w 3217557"/>
                <a:gd name="connsiteY5" fmla="*/ 661544 h 2633810"/>
                <a:gd name="connsiteX6" fmla="*/ 2183237 w 3217557"/>
                <a:gd name="connsiteY6" fmla="*/ 851360 h 2633810"/>
                <a:gd name="connsiteX7" fmla="*/ 1993421 w 3217557"/>
                <a:gd name="connsiteY7" fmla="*/ 1041176 h 2633810"/>
                <a:gd name="connsiteX8" fmla="*/ 1803605 w 3217557"/>
                <a:gd name="connsiteY8" fmla="*/ 851360 h 2633810"/>
                <a:gd name="connsiteX9" fmla="*/ 1993421 w 3217557"/>
                <a:gd name="connsiteY9" fmla="*/ 661544 h 2633810"/>
                <a:gd name="connsiteX10" fmla="*/ 2602591 w 3217557"/>
                <a:gd name="connsiteY10" fmla="*/ 661544 h 2633810"/>
                <a:gd name="connsiteX11" fmla="*/ 2792407 w 3217557"/>
                <a:gd name="connsiteY11" fmla="*/ 851360 h 2633810"/>
                <a:gd name="connsiteX12" fmla="*/ 2602591 w 3217557"/>
                <a:gd name="connsiteY12" fmla="*/ 1041176 h 2633810"/>
                <a:gd name="connsiteX13" fmla="*/ 2412775 w 3217557"/>
                <a:gd name="connsiteY13" fmla="*/ 851360 h 2633810"/>
                <a:gd name="connsiteX14" fmla="*/ 2602591 w 3217557"/>
                <a:gd name="connsiteY14" fmla="*/ 661544 h 2633810"/>
                <a:gd name="connsiteX15" fmla="*/ 677114 w 3217557"/>
                <a:gd name="connsiteY15" fmla="*/ 569491 h 2633810"/>
                <a:gd name="connsiteX16" fmla="*/ 330916 w 3217557"/>
                <a:gd name="connsiteY16" fmla="*/ 569491 h 2633810"/>
                <a:gd name="connsiteX17" fmla="*/ 0 w 3217557"/>
                <a:gd name="connsiteY17" fmla="*/ 900407 h 2633810"/>
                <a:gd name="connsiteX18" fmla="*/ 0 w 3217557"/>
                <a:gd name="connsiteY18" fmla="*/ 1952009 h 2633810"/>
                <a:gd name="connsiteX19" fmla="*/ 330916 w 3217557"/>
                <a:gd name="connsiteY19" fmla="*/ 2282925 h 2633810"/>
                <a:gd name="connsiteX20" fmla="*/ 711670 w 3217557"/>
                <a:gd name="connsiteY20" fmla="*/ 2282925 h 2633810"/>
                <a:gd name="connsiteX21" fmla="*/ 165895 w 3217557"/>
                <a:gd name="connsiteY21" fmla="*/ 2633810 h 2633810"/>
                <a:gd name="connsiteX22" fmla="*/ 1294529 w 3217557"/>
                <a:gd name="connsiteY22" fmla="*/ 2282925 h 2633810"/>
                <a:gd name="connsiteX23" fmla="*/ 2117356 w 3217557"/>
                <a:gd name="connsiteY23" fmla="*/ 2282925 h 2633810"/>
                <a:gd name="connsiteX24" fmla="*/ 2418395 w 3217557"/>
                <a:gd name="connsiteY24" fmla="*/ 2087951 h 2633810"/>
                <a:gd name="connsiteX25" fmla="*/ 1830857 w 3217557"/>
                <a:gd name="connsiteY25" fmla="*/ 1799347 h 2633810"/>
                <a:gd name="connsiteX26" fmla="*/ 1008030 w 3217557"/>
                <a:gd name="connsiteY26" fmla="*/ 1799347 h 2633810"/>
                <a:gd name="connsiteX27" fmla="*/ 677114 w 3217557"/>
                <a:gd name="connsiteY27" fmla="*/ 1468431 h 2633810"/>
                <a:gd name="connsiteX28" fmla="*/ 677114 w 3217557"/>
                <a:gd name="connsiteY28" fmla="*/ 569491 h 2633810"/>
                <a:gd name="connsiteX29" fmla="*/ 2886641 w 3217557"/>
                <a:gd name="connsiteY29" fmla="*/ 0 h 2633810"/>
                <a:gd name="connsiteX30" fmla="*/ 1100201 w 3217557"/>
                <a:gd name="connsiteY30" fmla="*/ 0 h 2633810"/>
                <a:gd name="connsiteX31" fmla="*/ 769285 w 3217557"/>
                <a:gd name="connsiteY31" fmla="*/ 330916 h 2633810"/>
                <a:gd name="connsiteX32" fmla="*/ 769285 w 3217557"/>
                <a:gd name="connsiteY32" fmla="*/ 1382518 h 2633810"/>
                <a:gd name="connsiteX33" fmla="*/ 1100201 w 3217557"/>
                <a:gd name="connsiteY33" fmla="*/ 1713434 h 2633810"/>
                <a:gd name="connsiteX34" fmla="*/ 1923028 w 3217557"/>
                <a:gd name="connsiteY34" fmla="*/ 1713434 h 2633810"/>
                <a:gd name="connsiteX35" fmla="*/ 3078958 w 3217557"/>
                <a:gd name="connsiteY35" fmla="*/ 2077967 h 2633810"/>
                <a:gd name="connsiteX36" fmla="*/ 2505887 w 3217557"/>
                <a:gd name="connsiteY36" fmla="*/ 1713434 h 2633810"/>
                <a:gd name="connsiteX37" fmla="*/ 2886641 w 3217557"/>
                <a:gd name="connsiteY37" fmla="*/ 1713434 h 2633810"/>
                <a:gd name="connsiteX38" fmla="*/ 3217557 w 3217557"/>
                <a:gd name="connsiteY38" fmla="*/ 1382518 h 2633810"/>
                <a:gd name="connsiteX39" fmla="*/ 3217557 w 3217557"/>
                <a:gd name="connsiteY39" fmla="*/ 330916 h 2633810"/>
                <a:gd name="connsiteX40" fmla="*/ 2886641 w 3217557"/>
                <a:gd name="connsiteY40" fmla="*/ 0 h 2633810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  <a:gd name="connsiteX0" fmla="*/ 1384251 w 3217557"/>
                <a:gd name="connsiteY0" fmla="*/ 661544 h 2654282"/>
                <a:gd name="connsiteX1" fmla="*/ 1574067 w 3217557"/>
                <a:gd name="connsiteY1" fmla="*/ 851360 h 2654282"/>
                <a:gd name="connsiteX2" fmla="*/ 1384251 w 3217557"/>
                <a:gd name="connsiteY2" fmla="*/ 1041176 h 2654282"/>
                <a:gd name="connsiteX3" fmla="*/ 1194435 w 3217557"/>
                <a:gd name="connsiteY3" fmla="*/ 851360 h 2654282"/>
                <a:gd name="connsiteX4" fmla="*/ 1384251 w 3217557"/>
                <a:gd name="connsiteY4" fmla="*/ 661544 h 2654282"/>
                <a:gd name="connsiteX5" fmla="*/ 1993421 w 3217557"/>
                <a:gd name="connsiteY5" fmla="*/ 661544 h 2654282"/>
                <a:gd name="connsiteX6" fmla="*/ 2183237 w 3217557"/>
                <a:gd name="connsiteY6" fmla="*/ 851360 h 2654282"/>
                <a:gd name="connsiteX7" fmla="*/ 1993421 w 3217557"/>
                <a:gd name="connsiteY7" fmla="*/ 1041176 h 2654282"/>
                <a:gd name="connsiteX8" fmla="*/ 1803605 w 3217557"/>
                <a:gd name="connsiteY8" fmla="*/ 851360 h 2654282"/>
                <a:gd name="connsiteX9" fmla="*/ 1993421 w 3217557"/>
                <a:gd name="connsiteY9" fmla="*/ 661544 h 2654282"/>
                <a:gd name="connsiteX10" fmla="*/ 2602591 w 3217557"/>
                <a:gd name="connsiteY10" fmla="*/ 661544 h 2654282"/>
                <a:gd name="connsiteX11" fmla="*/ 2792407 w 3217557"/>
                <a:gd name="connsiteY11" fmla="*/ 851360 h 2654282"/>
                <a:gd name="connsiteX12" fmla="*/ 2602591 w 3217557"/>
                <a:gd name="connsiteY12" fmla="*/ 1041176 h 2654282"/>
                <a:gd name="connsiteX13" fmla="*/ 2412775 w 3217557"/>
                <a:gd name="connsiteY13" fmla="*/ 851360 h 2654282"/>
                <a:gd name="connsiteX14" fmla="*/ 2602591 w 3217557"/>
                <a:gd name="connsiteY14" fmla="*/ 661544 h 2654282"/>
                <a:gd name="connsiteX15" fmla="*/ 677114 w 3217557"/>
                <a:gd name="connsiteY15" fmla="*/ 569491 h 2654282"/>
                <a:gd name="connsiteX16" fmla="*/ 330916 w 3217557"/>
                <a:gd name="connsiteY16" fmla="*/ 569491 h 2654282"/>
                <a:gd name="connsiteX17" fmla="*/ 0 w 3217557"/>
                <a:gd name="connsiteY17" fmla="*/ 900407 h 2654282"/>
                <a:gd name="connsiteX18" fmla="*/ 0 w 3217557"/>
                <a:gd name="connsiteY18" fmla="*/ 1952009 h 2654282"/>
                <a:gd name="connsiteX19" fmla="*/ 330916 w 3217557"/>
                <a:gd name="connsiteY19" fmla="*/ 2282925 h 2654282"/>
                <a:gd name="connsiteX20" fmla="*/ 711670 w 3217557"/>
                <a:gd name="connsiteY20" fmla="*/ 2282925 h 2654282"/>
                <a:gd name="connsiteX21" fmla="*/ 275077 w 3217557"/>
                <a:gd name="connsiteY21" fmla="*/ 2654282 h 2654282"/>
                <a:gd name="connsiteX22" fmla="*/ 1294529 w 3217557"/>
                <a:gd name="connsiteY22" fmla="*/ 2282925 h 2654282"/>
                <a:gd name="connsiteX23" fmla="*/ 2117356 w 3217557"/>
                <a:gd name="connsiteY23" fmla="*/ 2282925 h 2654282"/>
                <a:gd name="connsiteX24" fmla="*/ 2418395 w 3217557"/>
                <a:gd name="connsiteY24" fmla="*/ 2087951 h 2654282"/>
                <a:gd name="connsiteX25" fmla="*/ 1830857 w 3217557"/>
                <a:gd name="connsiteY25" fmla="*/ 1799347 h 2654282"/>
                <a:gd name="connsiteX26" fmla="*/ 1008030 w 3217557"/>
                <a:gd name="connsiteY26" fmla="*/ 1799347 h 2654282"/>
                <a:gd name="connsiteX27" fmla="*/ 677114 w 3217557"/>
                <a:gd name="connsiteY27" fmla="*/ 1468431 h 2654282"/>
                <a:gd name="connsiteX28" fmla="*/ 677114 w 3217557"/>
                <a:gd name="connsiteY28" fmla="*/ 569491 h 2654282"/>
                <a:gd name="connsiteX29" fmla="*/ 2886641 w 3217557"/>
                <a:gd name="connsiteY29" fmla="*/ 0 h 2654282"/>
                <a:gd name="connsiteX30" fmla="*/ 1100201 w 3217557"/>
                <a:gd name="connsiteY30" fmla="*/ 0 h 2654282"/>
                <a:gd name="connsiteX31" fmla="*/ 769285 w 3217557"/>
                <a:gd name="connsiteY31" fmla="*/ 330916 h 2654282"/>
                <a:gd name="connsiteX32" fmla="*/ 769285 w 3217557"/>
                <a:gd name="connsiteY32" fmla="*/ 1382518 h 2654282"/>
                <a:gd name="connsiteX33" fmla="*/ 1100201 w 3217557"/>
                <a:gd name="connsiteY33" fmla="*/ 1713434 h 2654282"/>
                <a:gd name="connsiteX34" fmla="*/ 1923028 w 3217557"/>
                <a:gd name="connsiteY34" fmla="*/ 1713434 h 2654282"/>
                <a:gd name="connsiteX35" fmla="*/ 3078958 w 3217557"/>
                <a:gd name="connsiteY35" fmla="*/ 2077967 h 2654282"/>
                <a:gd name="connsiteX36" fmla="*/ 2505887 w 3217557"/>
                <a:gd name="connsiteY36" fmla="*/ 1713434 h 2654282"/>
                <a:gd name="connsiteX37" fmla="*/ 2886641 w 3217557"/>
                <a:gd name="connsiteY37" fmla="*/ 1713434 h 2654282"/>
                <a:gd name="connsiteX38" fmla="*/ 3217557 w 3217557"/>
                <a:gd name="connsiteY38" fmla="*/ 1382518 h 2654282"/>
                <a:gd name="connsiteX39" fmla="*/ 3217557 w 3217557"/>
                <a:gd name="connsiteY39" fmla="*/ 330916 h 2654282"/>
                <a:gd name="connsiteX40" fmla="*/ 2886641 w 3217557"/>
                <a:gd name="connsiteY40" fmla="*/ 0 h 2654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17557" h="2654282">
                  <a:moveTo>
                    <a:pt x="1384251" y="661544"/>
                  </a:moveTo>
                  <a:cubicBezTo>
                    <a:pt x="1489083" y="661544"/>
                    <a:pt x="1574067" y="746528"/>
                    <a:pt x="1574067" y="851360"/>
                  </a:cubicBezTo>
                  <a:cubicBezTo>
                    <a:pt x="1574067" y="956192"/>
                    <a:pt x="1489083" y="1041176"/>
                    <a:pt x="1384251" y="1041176"/>
                  </a:cubicBezTo>
                  <a:cubicBezTo>
                    <a:pt x="1279419" y="1041176"/>
                    <a:pt x="1194435" y="956192"/>
                    <a:pt x="1194435" y="851360"/>
                  </a:cubicBezTo>
                  <a:cubicBezTo>
                    <a:pt x="1194435" y="746528"/>
                    <a:pt x="1279419" y="661544"/>
                    <a:pt x="1384251" y="661544"/>
                  </a:cubicBezTo>
                  <a:close/>
                  <a:moveTo>
                    <a:pt x="1993421" y="661544"/>
                  </a:moveTo>
                  <a:cubicBezTo>
                    <a:pt x="2098253" y="661544"/>
                    <a:pt x="2183237" y="746528"/>
                    <a:pt x="2183237" y="851360"/>
                  </a:cubicBezTo>
                  <a:cubicBezTo>
                    <a:pt x="2183237" y="956192"/>
                    <a:pt x="2098253" y="1041176"/>
                    <a:pt x="1993421" y="1041176"/>
                  </a:cubicBezTo>
                  <a:cubicBezTo>
                    <a:pt x="1888589" y="1041176"/>
                    <a:pt x="1803605" y="956192"/>
                    <a:pt x="1803605" y="851360"/>
                  </a:cubicBezTo>
                  <a:cubicBezTo>
                    <a:pt x="1803605" y="746528"/>
                    <a:pt x="1888589" y="661544"/>
                    <a:pt x="1993421" y="661544"/>
                  </a:cubicBezTo>
                  <a:close/>
                  <a:moveTo>
                    <a:pt x="2602591" y="661544"/>
                  </a:moveTo>
                  <a:cubicBezTo>
                    <a:pt x="2707423" y="661544"/>
                    <a:pt x="2792407" y="746528"/>
                    <a:pt x="2792407" y="851360"/>
                  </a:cubicBezTo>
                  <a:cubicBezTo>
                    <a:pt x="2792407" y="956192"/>
                    <a:pt x="2707423" y="1041176"/>
                    <a:pt x="2602591" y="1041176"/>
                  </a:cubicBezTo>
                  <a:cubicBezTo>
                    <a:pt x="2497759" y="1041176"/>
                    <a:pt x="2412775" y="956192"/>
                    <a:pt x="2412775" y="851360"/>
                  </a:cubicBezTo>
                  <a:cubicBezTo>
                    <a:pt x="2412775" y="746528"/>
                    <a:pt x="2497759" y="661544"/>
                    <a:pt x="2602591" y="661544"/>
                  </a:cubicBezTo>
                  <a:close/>
                  <a:moveTo>
                    <a:pt x="677114" y="569491"/>
                  </a:moveTo>
                  <a:lnTo>
                    <a:pt x="330916" y="569491"/>
                  </a:lnTo>
                  <a:cubicBezTo>
                    <a:pt x="148156" y="569491"/>
                    <a:pt x="0" y="717647"/>
                    <a:pt x="0" y="900407"/>
                  </a:cubicBezTo>
                  <a:lnTo>
                    <a:pt x="0" y="1952009"/>
                  </a:lnTo>
                  <a:cubicBezTo>
                    <a:pt x="0" y="2134769"/>
                    <a:pt x="148156" y="2282925"/>
                    <a:pt x="330916" y="2282925"/>
                  </a:cubicBezTo>
                  <a:lnTo>
                    <a:pt x="711670" y="2282925"/>
                  </a:lnTo>
                  <a:cubicBezTo>
                    <a:pt x="639726" y="2394386"/>
                    <a:pt x="647101" y="2475544"/>
                    <a:pt x="275077" y="2654282"/>
                  </a:cubicBezTo>
                  <a:cubicBezTo>
                    <a:pt x="900998" y="2583693"/>
                    <a:pt x="998412" y="2552618"/>
                    <a:pt x="1294529" y="2282925"/>
                  </a:cubicBezTo>
                  <a:lnTo>
                    <a:pt x="2117356" y="2282925"/>
                  </a:lnTo>
                  <a:cubicBezTo>
                    <a:pt x="2251554" y="2282925"/>
                    <a:pt x="2367095" y="2203043"/>
                    <a:pt x="2418395" y="2087951"/>
                  </a:cubicBezTo>
                  <a:cubicBezTo>
                    <a:pt x="2205538" y="2022975"/>
                    <a:pt x="2032941" y="1932583"/>
                    <a:pt x="1830857" y="1799347"/>
                  </a:cubicBezTo>
                  <a:lnTo>
                    <a:pt x="1008030" y="1799347"/>
                  </a:lnTo>
                  <a:cubicBezTo>
                    <a:pt x="825270" y="1799347"/>
                    <a:pt x="677114" y="1651191"/>
                    <a:pt x="677114" y="1468431"/>
                  </a:cubicBezTo>
                  <a:lnTo>
                    <a:pt x="677114" y="569491"/>
                  </a:lnTo>
                  <a:close/>
                  <a:moveTo>
                    <a:pt x="2886641" y="0"/>
                  </a:moveTo>
                  <a:lnTo>
                    <a:pt x="1100201" y="0"/>
                  </a:lnTo>
                  <a:cubicBezTo>
                    <a:pt x="917441" y="0"/>
                    <a:pt x="769285" y="148156"/>
                    <a:pt x="769285" y="330916"/>
                  </a:cubicBezTo>
                  <a:lnTo>
                    <a:pt x="769285" y="1382518"/>
                  </a:lnTo>
                  <a:cubicBezTo>
                    <a:pt x="769285" y="1565278"/>
                    <a:pt x="917441" y="1713434"/>
                    <a:pt x="1100201" y="1713434"/>
                  </a:cubicBezTo>
                  <a:lnTo>
                    <a:pt x="1923028" y="1713434"/>
                  </a:lnTo>
                  <a:cubicBezTo>
                    <a:pt x="2301032" y="1962656"/>
                    <a:pt x="2453037" y="2007378"/>
                    <a:pt x="3078958" y="2077967"/>
                  </a:cubicBezTo>
                  <a:cubicBezTo>
                    <a:pt x="2713759" y="1878758"/>
                    <a:pt x="2673367" y="1899957"/>
                    <a:pt x="2505887" y="1713434"/>
                  </a:cubicBezTo>
                  <a:lnTo>
                    <a:pt x="2886641" y="1713434"/>
                  </a:lnTo>
                  <a:cubicBezTo>
                    <a:pt x="3069401" y="1713434"/>
                    <a:pt x="3217557" y="1565278"/>
                    <a:pt x="3217557" y="1382518"/>
                  </a:cubicBezTo>
                  <a:lnTo>
                    <a:pt x="3217557" y="330916"/>
                  </a:lnTo>
                  <a:cubicBezTo>
                    <a:pt x="3217557" y="148156"/>
                    <a:pt x="3069401" y="0"/>
                    <a:pt x="28866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350" dirty="0"/>
            </a:p>
          </p:txBody>
        </p:sp>
        <p:sp>
          <p:nvSpPr>
            <p:cNvPr id="10" name="Teardrop 1">
              <a:extLst>
                <a:ext uri="{FF2B5EF4-FFF2-40B4-BE49-F238E27FC236}">
                  <a16:creationId xmlns:a16="http://schemas.microsoft.com/office/drawing/2014/main" id="{1BF39D2C-B25B-4B60-9902-0EF5B5A73469}"/>
                </a:ext>
              </a:extLst>
            </p:cNvPr>
            <p:cNvSpPr/>
            <p:nvPr/>
          </p:nvSpPr>
          <p:spPr>
            <a:xfrm rot="18805991">
              <a:off x="963311" y="1721392"/>
              <a:ext cx="343335" cy="339752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30">
              <a:extLst>
                <a:ext uri="{FF2B5EF4-FFF2-40B4-BE49-F238E27FC236}">
                  <a16:creationId xmlns:a16="http://schemas.microsoft.com/office/drawing/2014/main" id="{D5827DC5-E813-43A7-B6C2-735022F87263}"/>
                </a:ext>
              </a:extLst>
            </p:cNvPr>
            <p:cNvSpPr/>
            <p:nvPr/>
          </p:nvSpPr>
          <p:spPr>
            <a:xfrm>
              <a:off x="1213775" y="631214"/>
              <a:ext cx="290101" cy="291418"/>
            </a:xfrm>
            <a:custGeom>
              <a:avLst/>
              <a:gdLst/>
              <a:ahLst/>
              <a:cxnLst/>
              <a:rect l="l" t="t" r="r" b="b"/>
              <a:pathLst>
                <a:path w="371900" h="373588">
                  <a:moveTo>
                    <a:pt x="297080" y="129105"/>
                  </a:moveTo>
                  <a:lnTo>
                    <a:pt x="284273" y="219737"/>
                  </a:lnTo>
                  <a:lnTo>
                    <a:pt x="305496" y="219737"/>
                  </a:lnTo>
                  <a:lnTo>
                    <a:pt x="333001" y="129105"/>
                  </a:lnTo>
                  <a:close/>
                  <a:moveTo>
                    <a:pt x="228265" y="129105"/>
                  </a:moveTo>
                  <a:lnTo>
                    <a:pt x="228265" y="219737"/>
                  </a:lnTo>
                  <a:lnTo>
                    <a:pt x="250807" y="219737"/>
                  </a:lnTo>
                  <a:lnTo>
                    <a:pt x="263614" y="129105"/>
                  </a:lnTo>
                  <a:close/>
                  <a:moveTo>
                    <a:pt x="157021" y="129105"/>
                  </a:moveTo>
                  <a:lnTo>
                    <a:pt x="175826" y="219737"/>
                  </a:lnTo>
                  <a:lnTo>
                    <a:pt x="195129" y="219737"/>
                  </a:lnTo>
                  <a:lnTo>
                    <a:pt x="195129" y="129105"/>
                  </a:lnTo>
                  <a:close/>
                  <a:moveTo>
                    <a:pt x="93087" y="129105"/>
                  </a:moveTo>
                  <a:lnTo>
                    <a:pt x="117372" y="219737"/>
                  </a:lnTo>
                  <a:lnTo>
                    <a:pt x="141984" y="219737"/>
                  </a:lnTo>
                  <a:lnTo>
                    <a:pt x="123179" y="129105"/>
                  </a:lnTo>
                  <a:close/>
                  <a:moveTo>
                    <a:pt x="58494" y="0"/>
                  </a:moveTo>
                  <a:lnTo>
                    <a:pt x="84208" y="95969"/>
                  </a:lnTo>
                  <a:lnTo>
                    <a:pt x="354346" y="95969"/>
                  </a:lnTo>
                  <a:lnTo>
                    <a:pt x="354346" y="97437"/>
                  </a:lnTo>
                  <a:cubicBezTo>
                    <a:pt x="356087" y="96136"/>
                    <a:pt x="357928" y="96353"/>
                    <a:pt x="359747" y="96905"/>
                  </a:cubicBezTo>
                  <a:lnTo>
                    <a:pt x="360371" y="97095"/>
                  </a:lnTo>
                  <a:cubicBezTo>
                    <a:pt x="368954" y="99700"/>
                    <a:pt x="373801" y="108770"/>
                    <a:pt x="371196" y="117354"/>
                  </a:cubicBezTo>
                  <a:lnTo>
                    <a:pt x="333339" y="242097"/>
                  </a:lnTo>
                  <a:cubicBezTo>
                    <a:pt x="331591" y="247858"/>
                    <a:pt x="326929" y="251935"/>
                    <a:pt x="321206" y="252122"/>
                  </a:cubicBezTo>
                  <a:lnTo>
                    <a:pt x="321206" y="252873"/>
                  </a:lnTo>
                  <a:lnTo>
                    <a:pt x="313576" y="252873"/>
                  </a:lnTo>
                  <a:cubicBezTo>
                    <a:pt x="313378" y="253010"/>
                    <a:pt x="313229" y="252967"/>
                    <a:pt x="313080" y="252922"/>
                  </a:cubicBezTo>
                  <a:lnTo>
                    <a:pt x="312919" y="252873"/>
                  </a:lnTo>
                  <a:lnTo>
                    <a:pt x="126251" y="252873"/>
                  </a:lnTo>
                  <a:lnTo>
                    <a:pt x="133971" y="281687"/>
                  </a:lnTo>
                  <a:lnTo>
                    <a:pt x="321075" y="281687"/>
                  </a:lnTo>
                  <a:lnTo>
                    <a:pt x="321075" y="314823"/>
                  </a:lnTo>
                  <a:lnTo>
                    <a:pt x="318480" y="314823"/>
                  </a:lnTo>
                  <a:cubicBezTo>
                    <a:pt x="329614" y="318311"/>
                    <a:pt x="336414" y="328969"/>
                    <a:pt x="336414" y="341215"/>
                  </a:cubicBezTo>
                  <a:cubicBezTo>
                    <a:pt x="336414" y="359094"/>
                    <a:pt x="321920" y="373588"/>
                    <a:pt x="304041" y="373588"/>
                  </a:cubicBezTo>
                  <a:cubicBezTo>
                    <a:pt x="286162" y="373588"/>
                    <a:pt x="271668" y="359094"/>
                    <a:pt x="271668" y="341215"/>
                  </a:cubicBezTo>
                  <a:cubicBezTo>
                    <a:pt x="271668" y="328969"/>
                    <a:pt x="278468" y="318311"/>
                    <a:pt x="289602" y="314823"/>
                  </a:cubicBezTo>
                  <a:lnTo>
                    <a:pt x="142850" y="314823"/>
                  </a:lnTo>
                  <a:lnTo>
                    <a:pt x="143397" y="316865"/>
                  </a:lnTo>
                  <a:cubicBezTo>
                    <a:pt x="151629" y="321811"/>
                    <a:pt x="156401" y="330956"/>
                    <a:pt x="156401" y="341215"/>
                  </a:cubicBezTo>
                  <a:cubicBezTo>
                    <a:pt x="156401" y="359094"/>
                    <a:pt x="141907" y="373588"/>
                    <a:pt x="124028" y="373588"/>
                  </a:cubicBezTo>
                  <a:cubicBezTo>
                    <a:pt x="106149" y="373588"/>
                    <a:pt x="91655" y="359094"/>
                    <a:pt x="91655" y="341215"/>
                  </a:cubicBezTo>
                  <a:cubicBezTo>
                    <a:pt x="91655" y="329356"/>
                    <a:pt x="98032" y="318986"/>
                    <a:pt x="108649" y="315212"/>
                  </a:cubicBezTo>
                  <a:lnTo>
                    <a:pt x="33542" y="34909"/>
                  </a:lnTo>
                  <a:lnTo>
                    <a:pt x="0" y="34909"/>
                  </a:lnTo>
                  <a:lnTo>
                    <a:pt x="0" y="1773"/>
                  </a:lnTo>
                  <a:lnTo>
                    <a:pt x="51879" y="177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35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98045D8E-0E2B-430E-BFD8-7F90761E7D99}"/>
                </a:ext>
              </a:extLst>
            </p:cNvPr>
            <p:cNvSpPr/>
            <p:nvPr/>
          </p:nvSpPr>
          <p:spPr>
            <a:xfrm>
              <a:off x="2281929" y="2286231"/>
              <a:ext cx="285381" cy="284917"/>
            </a:xfrm>
            <a:custGeom>
              <a:avLst/>
              <a:gdLst/>
              <a:ahLst/>
              <a:cxnLst/>
              <a:rect l="l" t="t" r="r" b="b"/>
              <a:pathLst>
                <a:path w="3228210" h="3222968">
                  <a:moveTo>
                    <a:pt x="1619999" y="642446"/>
                  </a:moveTo>
                  <a:lnTo>
                    <a:pt x="2664115" y="1686562"/>
                  </a:lnTo>
                  <a:lnTo>
                    <a:pt x="2664116" y="1686562"/>
                  </a:lnTo>
                  <a:lnTo>
                    <a:pt x="2664116" y="3222968"/>
                  </a:lnTo>
                  <a:lnTo>
                    <a:pt x="2015013" y="3222968"/>
                  </a:lnTo>
                  <a:lnTo>
                    <a:pt x="2015013" y="2511495"/>
                  </a:lnTo>
                  <a:cubicBezTo>
                    <a:pt x="2015013" y="2399422"/>
                    <a:pt x="1924159" y="2308568"/>
                    <a:pt x="1812086" y="2308568"/>
                  </a:cubicBezTo>
                  <a:lnTo>
                    <a:pt x="1427912" y="2308568"/>
                  </a:lnTo>
                  <a:cubicBezTo>
                    <a:pt x="1315839" y="2308568"/>
                    <a:pt x="1224985" y="2399422"/>
                    <a:pt x="1224985" y="2511495"/>
                  </a:cubicBezTo>
                  <a:lnTo>
                    <a:pt x="1224985" y="3222968"/>
                  </a:lnTo>
                  <a:lnTo>
                    <a:pt x="575882" y="3222968"/>
                  </a:lnTo>
                  <a:lnTo>
                    <a:pt x="575882" y="1686562"/>
                  </a:lnTo>
                  <a:lnTo>
                    <a:pt x="575884" y="1686562"/>
                  </a:lnTo>
                  <a:close/>
                  <a:moveTo>
                    <a:pt x="509997" y="122689"/>
                  </a:moveTo>
                  <a:lnTo>
                    <a:pt x="942045" y="122689"/>
                  </a:lnTo>
                  <a:lnTo>
                    <a:pt x="942045" y="542556"/>
                  </a:lnTo>
                  <a:lnTo>
                    <a:pt x="509997" y="974604"/>
                  </a:lnTo>
                  <a:close/>
                  <a:moveTo>
                    <a:pt x="1620001" y="7099"/>
                  </a:moveTo>
                  <a:lnTo>
                    <a:pt x="3228210" y="1686560"/>
                  </a:lnTo>
                  <a:lnTo>
                    <a:pt x="2900441" y="1686560"/>
                  </a:lnTo>
                  <a:lnTo>
                    <a:pt x="1620001" y="349390"/>
                  </a:lnTo>
                  <a:close/>
                  <a:moveTo>
                    <a:pt x="1619999" y="0"/>
                  </a:moveTo>
                  <a:lnTo>
                    <a:pt x="1619999" y="342291"/>
                  </a:lnTo>
                  <a:lnTo>
                    <a:pt x="330172" y="1679462"/>
                  </a:lnTo>
                  <a:lnTo>
                    <a:pt x="0" y="167946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350" dirty="0"/>
            </a:p>
          </p:txBody>
        </p:sp>
        <p:sp>
          <p:nvSpPr>
            <p:cNvPr id="13" name="Block Arc 25">
              <a:extLst>
                <a:ext uri="{FF2B5EF4-FFF2-40B4-BE49-F238E27FC236}">
                  <a16:creationId xmlns:a16="http://schemas.microsoft.com/office/drawing/2014/main" id="{095A7CED-AB2E-4380-A116-5EE04F37C3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4338" y="2825030"/>
              <a:ext cx="243278" cy="351464"/>
            </a:xfrm>
            <a:custGeom>
              <a:avLst/>
              <a:gdLst/>
              <a:ahLst/>
              <a:cxnLst/>
              <a:rect l="l" t="t" r="r" b="b"/>
              <a:pathLst>
                <a:path w="2215656" h="3200962">
                  <a:moveTo>
                    <a:pt x="1107829" y="2097026"/>
                  </a:moveTo>
                  <a:cubicBezTo>
                    <a:pt x="1025315" y="2097026"/>
                    <a:pt x="958423" y="2163918"/>
                    <a:pt x="958423" y="2246432"/>
                  </a:cubicBezTo>
                  <a:cubicBezTo>
                    <a:pt x="958423" y="2302715"/>
                    <a:pt x="989546" y="2351730"/>
                    <a:pt x="1036590" y="2375275"/>
                  </a:cubicBezTo>
                  <a:lnTo>
                    <a:pt x="985422" y="2684898"/>
                  </a:lnTo>
                  <a:lnTo>
                    <a:pt x="1230236" y="2684898"/>
                  </a:lnTo>
                  <a:lnTo>
                    <a:pt x="1179068" y="2375275"/>
                  </a:lnTo>
                  <a:cubicBezTo>
                    <a:pt x="1226112" y="2351730"/>
                    <a:pt x="1257234" y="2302715"/>
                    <a:pt x="1257234" y="2246432"/>
                  </a:cubicBezTo>
                  <a:cubicBezTo>
                    <a:pt x="1257234" y="2163918"/>
                    <a:pt x="1190343" y="2097026"/>
                    <a:pt x="1107829" y="2097026"/>
                  </a:cubicBezTo>
                  <a:close/>
                  <a:moveTo>
                    <a:pt x="1102513" y="266871"/>
                  </a:moveTo>
                  <a:cubicBezTo>
                    <a:pt x="874876" y="269781"/>
                    <a:pt x="691868" y="455143"/>
                    <a:pt x="691868" y="682798"/>
                  </a:cubicBezTo>
                  <a:lnTo>
                    <a:pt x="690469" y="682798"/>
                  </a:lnTo>
                  <a:lnTo>
                    <a:pt x="690469" y="1580962"/>
                  </a:lnTo>
                  <a:lnTo>
                    <a:pt x="1525188" y="1580962"/>
                  </a:lnTo>
                  <a:lnTo>
                    <a:pt x="1525188" y="672127"/>
                  </a:lnTo>
                  <a:lnTo>
                    <a:pt x="1523654" y="672166"/>
                  </a:lnTo>
                  <a:cubicBezTo>
                    <a:pt x="1517835" y="444585"/>
                    <a:pt x="1330149" y="263961"/>
                    <a:pt x="1102513" y="266871"/>
                  </a:cubicBezTo>
                  <a:close/>
                  <a:moveTo>
                    <a:pt x="1099102" y="56"/>
                  </a:moveTo>
                  <a:cubicBezTo>
                    <a:pt x="1472767" y="-4720"/>
                    <a:pt x="1780852" y="291773"/>
                    <a:pt x="1790404" y="665346"/>
                  </a:cubicBezTo>
                  <a:lnTo>
                    <a:pt x="1742843" y="666562"/>
                  </a:lnTo>
                  <a:lnTo>
                    <a:pt x="1790627" y="666562"/>
                  </a:lnTo>
                  <a:lnTo>
                    <a:pt x="1790627" y="1580962"/>
                  </a:lnTo>
                  <a:lnTo>
                    <a:pt x="2041344" y="1580962"/>
                  </a:lnTo>
                  <a:cubicBezTo>
                    <a:pt x="2137614" y="1580962"/>
                    <a:pt x="2215656" y="1659004"/>
                    <a:pt x="2215656" y="1755274"/>
                  </a:cubicBezTo>
                  <a:lnTo>
                    <a:pt x="2215656" y="3026650"/>
                  </a:lnTo>
                  <a:cubicBezTo>
                    <a:pt x="2215656" y="3122920"/>
                    <a:pt x="2137614" y="3200962"/>
                    <a:pt x="2041344" y="3200962"/>
                  </a:cubicBezTo>
                  <a:lnTo>
                    <a:pt x="174312" y="3200962"/>
                  </a:lnTo>
                  <a:cubicBezTo>
                    <a:pt x="78042" y="3200962"/>
                    <a:pt x="0" y="3122920"/>
                    <a:pt x="0" y="3026650"/>
                  </a:cubicBezTo>
                  <a:lnTo>
                    <a:pt x="0" y="1755274"/>
                  </a:lnTo>
                  <a:cubicBezTo>
                    <a:pt x="0" y="1659004"/>
                    <a:pt x="78042" y="1580962"/>
                    <a:pt x="174312" y="1580962"/>
                  </a:cubicBezTo>
                  <a:lnTo>
                    <a:pt x="425030" y="1580962"/>
                  </a:lnTo>
                  <a:lnTo>
                    <a:pt x="425030" y="676764"/>
                  </a:lnTo>
                  <a:lnTo>
                    <a:pt x="425634" y="676764"/>
                  </a:lnTo>
                  <a:cubicBezTo>
                    <a:pt x="428273" y="305830"/>
                    <a:pt x="727452" y="4806"/>
                    <a:pt x="1099102" y="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35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0221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/>
          <p:cNvSpPr>
            <a:spLocks noGrp="1"/>
          </p:cNvSpPr>
          <p:nvPr>
            <p:ph type="body" idx="1"/>
          </p:nvPr>
        </p:nvSpPr>
        <p:spPr>
          <a:xfrm>
            <a:off x="1309688" y="955355"/>
            <a:ext cx="7634287" cy="4929187"/>
          </a:xfrm>
        </p:spPr>
        <p:txBody>
          <a:bodyPr/>
          <a:lstStyle/>
          <a:p>
            <a:pPr marL="203200" indent="0">
              <a:buNone/>
            </a:pPr>
            <a:r>
              <a:rPr lang="es-CO" sz="2400" dirty="0" err="1"/>
              <a:t>Technology</a:t>
            </a:r>
            <a:r>
              <a:rPr lang="es-CO" sz="2400" dirty="0"/>
              <a:t> </a:t>
            </a:r>
            <a:r>
              <a:rPr lang="es-CO" sz="2400" dirty="0" err="1"/>
              <a:t>readiness</a:t>
            </a:r>
            <a:r>
              <a:rPr lang="es-CO" sz="2400" dirty="0"/>
              <a:t> </a:t>
            </a:r>
            <a:r>
              <a:rPr lang="es-CO" sz="2400" dirty="0" err="1"/>
              <a:t>level</a:t>
            </a:r>
            <a:r>
              <a:rPr lang="es-CO" sz="2400" dirty="0"/>
              <a:t> TRL</a:t>
            </a:r>
          </a:p>
        </p:txBody>
      </p:sp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2800" dirty="0">
                <a:solidFill>
                  <a:srgbClr val="333399"/>
                </a:solidFill>
                <a:latin typeface="Ancizar Sans"/>
                <a:ea typeface="Times New Roman" panose="02020603050405020304" pitchFamily="18" charset="0"/>
                <a:cs typeface="Arial" panose="020B0604020202020204" pitchFamily="34" charset="0"/>
              </a:rPr>
              <a:t>CONTEXTO PARA EL POSIBLE DESARROLLO DE PROYECTO</a:t>
            </a:r>
            <a:endParaRPr lang="es-CO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C48A-08C9-42C5-BFDE-14D9FF0B1D58}" type="datetime1">
              <a:rPr lang="es-CO" smtClean="0"/>
              <a:t>8/03/2023</a:t>
            </a:fld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4</a:t>
            </a:fld>
            <a:endParaRPr lang="es-CO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/>
          <a:srcRect l="-1" t="28827" r="7796" b="26306"/>
          <a:stretch/>
        </p:blipFill>
        <p:spPr>
          <a:xfrm>
            <a:off x="0" y="1518834"/>
            <a:ext cx="9438188" cy="4319223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4371975" y="5878449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03200" lvl="0">
              <a:spcBef>
                <a:spcPts val="640"/>
              </a:spcBef>
              <a:buClr>
                <a:srgbClr val="000000"/>
              </a:buClr>
            </a:pPr>
            <a:r>
              <a:rPr lang="es-CO" sz="1000" dirty="0">
                <a:solidFill>
                  <a:srgbClr val="333399"/>
                </a:solidFill>
                <a:latin typeface="Ancizar Sans"/>
              </a:rPr>
              <a:t>https://www.colciencias.gov.co/sites/default/files/upload/reconocimiento/_m304pr08g01_guiatecnica_para_el_reconocimiento_unidades_idi_de_la_empresa_v00.pdf</a:t>
            </a:r>
          </a:p>
        </p:txBody>
      </p:sp>
      <p:sp>
        <p:nvSpPr>
          <p:cNvPr id="15" name="Cerrar llave 14"/>
          <p:cNvSpPr/>
          <p:nvPr/>
        </p:nvSpPr>
        <p:spPr>
          <a:xfrm rot="16200000" flipV="1">
            <a:off x="4537215" y="-577232"/>
            <a:ext cx="379539" cy="5083447"/>
          </a:xfrm>
          <a:prstGeom prst="rightBrace">
            <a:avLst>
              <a:gd name="adj1" fmla="val 8333"/>
              <a:gd name="adj2" fmla="val 51884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/>
          <p:cNvSpPr txBox="1"/>
          <p:nvPr/>
        </p:nvSpPr>
        <p:spPr>
          <a:xfrm>
            <a:off x="3361922" y="1438595"/>
            <a:ext cx="258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b="1" dirty="0">
                <a:solidFill>
                  <a:schemeClr val="accent2"/>
                </a:solidFill>
                <a:latin typeface="+mj-lt"/>
              </a:rPr>
              <a:t>Proyectos de I+D+i </a:t>
            </a:r>
          </a:p>
        </p:txBody>
      </p:sp>
    </p:spTree>
    <p:extLst>
      <p:ext uri="{BB962C8B-B14F-4D97-AF65-F5344CB8AC3E}">
        <p14:creationId xmlns:p14="http://schemas.microsoft.com/office/powerpoint/2010/main" val="244794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8"/>
          <p:cNvSpPr>
            <a:spLocks noGrp="1"/>
          </p:cNvSpPr>
          <p:nvPr>
            <p:ph type="body" idx="1"/>
          </p:nvPr>
        </p:nvSpPr>
        <p:spPr>
          <a:xfrm>
            <a:off x="1258888" y="1196975"/>
            <a:ext cx="7256462" cy="709317"/>
          </a:xfrm>
        </p:spPr>
        <p:txBody>
          <a:bodyPr/>
          <a:lstStyle/>
          <a:p>
            <a:pPr marL="203200" indent="0">
              <a:buNone/>
            </a:pPr>
            <a:r>
              <a:rPr lang="es-CO" sz="2400" dirty="0"/>
              <a:t>Criterios de evaluación de unidades de </a:t>
            </a:r>
            <a:r>
              <a:rPr lang="es-CO" sz="2400" dirty="0" err="1"/>
              <a:t>I+D+i</a:t>
            </a:r>
            <a:endParaRPr lang="es-CO" sz="2400" dirty="0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2800" dirty="0">
                <a:solidFill>
                  <a:srgbClr val="333399"/>
                </a:solidFill>
                <a:latin typeface="Ancizar Sans"/>
                <a:ea typeface="Times New Roman" panose="02020603050405020304" pitchFamily="18" charset="0"/>
                <a:cs typeface="Arial" panose="020B0604020202020204" pitchFamily="34" charset="0"/>
              </a:rPr>
              <a:t>CONTEXTO PARA EL POSIBLE DESARROLLO DE PROYECTO</a:t>
            </a:r>
            <a:endParaRPr lang="es-CO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BC48A-08C9-42C5-BFDE-14D9FF0B1D58}" type="datetime1">
              <a:rPr lang="es-CO" smtClean="0"/>
              <a:t>8/03/2023</a:t>
            </a:fld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5</a:t>
            </a:fld>
            <a:endParaRPr lang="es-CO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2"/>
          <a:srcRect l="3348" t="19768" r="13899" b="20486"/>
          <a:stretch/>
        </p:blipFill>
        <p:spPr>
          <a:xfrm>
            <a:off x="827575" y="1711859"/>
            <a:ext cx="7501180" cy="4332478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598" y="5431131"/>
            <a:ext cx="4572396" cy="426757"/>
          </a:xfrm>
          <a:prstGeom prst="rect">
            <a:avLst/>
          </a:prstGeom>
        </p:spPr>
      </p:pic>
      <p:sp>
        <p:nvSpPr>
          <p:cNvPr id="12" name="Elipse 11"/>
          <p:cNvSpPr/>
          <p:nvPr/>
        </p:nvSpPr>
        <p:spPr>
          <a:xfrm>
            <a:off x="5160935" y="2836190"/>
            <a:ext cx="1797804" cy="16697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1340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idx="1"/>
          </p:nvPr>
        </p:nvSpPr>
        <p:spPr>
          <a:xfrm>
            <a:off x="1258887" y="981073"/>
            <a:ext cx="7404665" cy="756207"/>
          </a:xfrm>
        </p:spPr>
        <p:txBody>
          <a:bodyPr/>
          <a:lstStyle/>
          <a:p>
            <a:pPr marL="203200" indent="0">
              <a:buNone/>
            </a:pPr>
            <a:r>
              <a:rPr lang="es-CO" sz="2800" dirty="0"/>
              <a:t>Gestión de actividades de </a:t>
            </a:r>
            <a:r>
              <a:rPr lang="es-CO" sz="2800" dirty="0" err="1"/>
              <a:t>I+D+i</a:t>
            </a:r>
            <a:r>
              <a:rPr lang="es-CO" sz="2800" dirty="0"/>
              <a:t> </a:t>
            </a:r>
          </a:p>
          <a:p>
            <a:endParaRPr lang="es-CO" dirty="0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03200" lvl="0">
              <a:spcBef>
                <a:spcPts val="640"/>
              </a:spcBef>
              <a:buClr>
                <a:srgbClr val="000000"/>
              </a:buClr>
            </a:pPr>
            <a:r>
              <a:rPr lang="es-CO" sz="2800" dirty="0">
                <a:latin typeface="Ancizar Sans"/>
                <a:ea typeface="Times New Roman" panose="02020603050405020304" pitchFamily="18" charset="0"/>
                <a:cs typeface="Arial" panose="020B0604020202020204" pitchFamily="34" charset="0"/>
              </a:rPr>
              <a:t>CONTEXTO PARA EL POSIBLE DESARROLLO DE PROYECTO</a:t>
            </a:r>
            <a:endParaRPr lang="es-CO" sz="2800" dirty="0">
              <a:latin typeface="+mj-lt"/>
            </a:endParaRP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B26D-9F66-4E14-986F-904E069868C2}" type="datetime1">
              <a:rPr lang="es-CO" smtClean="0"/>
              <a:t>8/03/2023</a:t>
            </a:fld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8E2A-3154-4BEC-A16D-92763511F7D8}" type="slidenum">
              <a:rPr lang="es-CO" smtClean="0"/>
              <a:t>6</a:t>
            </a:fld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22368" t="25258" r="12881" b="25036"/>
          <a:stretch/>
        </p:blipFill>
        <p:spPr>
          <a:xfrm>
            <a:off x="831395" y="1496488"/>
            <a:ext cx="7481209" cy="459434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070" y="6010213"/>
            <a:ext cx="4572396" cy="42675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3668546" y="3267725"/>
            <a:ext cx="1806905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CO" sz="1800" dirty="0">
                <a:latin typeface="+mj-lt"/>
              </a:rPr>
              <a:t>El ciclo puede ser </a:t>
            </a:r>
          </a:p>
          <a:p>
            <a:pPr algn="ctr"/>
            <a:r>
              <a:rPr lang="es-CO" sz="1800" dirty="0">
                <a:latin typeface="+mj-lt"/>
              </a:rPr>
              <a:t>lineal y no lineal</a:t>
            </a:r>
          </a:p>
        </p:txBody>
      </p:sp>
      <p:sp>
        <p:nvSpPr>
          <p:cNvPr id="9" name="Elipse 8"/>
          <p:cNvSpPr/>
          <p:nvPr/>
        </p:nvSpPr>
        <p:spPr>
          <a:xfrm>
            <a:off x="7822510" y="98107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9424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idx="1"/>
          </p:nvPr>
        </p:nvSpPr>
        <p:spPr>
          <a:xfrm>
            <a:off x="739302" y="1204118"/>
            <a:ext cx="4189159" cy="4929187"/>
          </a:xfrm>
        </p:spPr>
        <p:txBody>
          <a:bodyPr/>
          <a:lstStyle/>
          <a:p>
            <a:pPr marL="203200" indent="0" algn="ctr">
              <a:buNone/>
            </a:pPr>
            <a:r>
              <a:rPr lang="es-CO" sz="2000" b="1" dirty="0"/>
              <a:t>DIMENSIONES EN LA EJECUCIÓN DE UN PROYECTO</a:t>
            </a:r>
          </a:p>
          <a:p>
            <a:pPr algn="ctr"/>
            <a:r>
              <a:rPr lang="es-CO" sz="2000" dirty="0"/>
              <a:t>Técnica</a:t>
            </a:r>
          </a:p>
          <a:p>
            <a:pPr algn="ctr"/>
            <a:r>
              <a:rPr lang="es-CO" sz="2000" dirty="0"/>
              <a:t>Administrativa</a:t>
            </a:r>
          </a:p>
          <a:p>
            <a:pPr algn="ctr"/>
            <a:r>
              <a:rPr lang="es-CO" sz="2000" dirty="0"/>
              <a:t>Financiera</a:t>
            </a:r>
          </a:p>
          <a:p>
            <a:pPr algn="ctr"/>
            <a:r>
              <a:rPr lang="es-CO" sz="2000" dirty="0"/>
              <a:t>Jurídica</a:t>
            </a:r>
          </a:p>
          <a:p>
            <a:pPr algn="ctr"/>
            <a:endParaRPr lang="es-CO" sz="2400" b="1" dirty="0"/>
          </a:p>
          <a:p>
            <a:pPr marL="203200" indent="0" algn="ctr">
              <a:buNone/>
            </a:pPr>
            <a:r>
              <a:rPr lang="es-CO" sz="2000" b="1" dirty="0"/>
              <a:t>APROPIACIÓN SOCIAL DE LA CIENCIA,LA TECNOLOGÍA Y LA INNOVACIÓN </a:t>
            </a:r>
          </a:p>
          <a:p>
            <a:pPr lvl="0" algn="ctr"/>
            <a:r>
              <a:rPr lang="es-CO" sz="2000" dirty="0"/>
              <a:t>Guía sectorial DNP - Colciencias</a:t>
            </a:r>
          </a:p>
          <a:p>
            <a:pPr marL="203200" lvl="0" indent="0" algn="ctr">
              <a:buNone/>
            </a:pPr>
            <a:r>
              <a:rPr lang="es-CO" sz="1400" u="sng" dirty="0">
                <a:solidFill>
                  <a:srgbClr val="333399"/>
                </a:solidFill>
                <a:hlinkClick r:id="rId2"/>
              </a:rPr>
              <a:t>https://www.colciencias.gov.co/sites/default/files/guiasectorial-ctei-gestionterritorial.pdf</a:t>
            </a:r>
            <a:endParaRPr lang="es-CO" sz="1400" u="sng" dirty="0">
              <a:solidFill>
                <a:srgbClr val="333399"/>
              </a:solidFill>
            </a:endParaRPr>
          </a:p>
          <a:p>
            <a:endParaRPr lang="es-CO" sz="2400" b="1" dirty="0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03200" lvl="0" algn="l">
              <a:spcBef>
                <a:spcPts val="640"/>
              </a:spcBef>
              <a:buClr>
                <a:srgbClr val="000000"/>
              </a:buClr>
            </a:pPr>
            <a:r>
              <a:rPr lang="es-CO" sz="2800" dirty="0">
                <a:solidFill>
                  <a:srgbClr val="333399"/>
                </a:solidFill>
                <a:latin typeface="Ancizar Sans"/>
                <a:ea typeface="Times New Roman" panose="02020603050405020304" pitchFamily="18" charset="0"/>
                <a:cs typeface="Arial" panose="020B0604020202020204" pitchFamily="34" charset="0"/>
              </a:rPr>
              <a:t>DIMENSIONES DE UN PROYECTO:</a:t>
            </a:r>
            <a:endParaRPr lang="es-CO" sz="2800" dirty="0">
              <a:latin typeface="+mj-lt"/>
            </a:endParaRP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84B26D-9F66-4E14-986F-904E069868C2}" type="datetime1">
              <a:rPr kumimoji="0" lang="es-CO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8/03/2023</a:t>
            </a:fld>
            <a:endParaRPr kumimoji="0" lang="es-CO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048E2A-3154-4BEC-A16D-92763511F7D8}" type="slidenum">
              <a:rPr kumimoji="0" lang="es-CO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CO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  <p:pic>
        <p:nvPicPr>
          <p:cNvPr id="1026" name="Picture 2" descr="Resultado de imagen para guia de formulacion de proyectos de investigacion aplicada desarrollo e innovac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919" y="2092272"/>
            <a:ext cx="3334884" cy="249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072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/>
          <p:cNvSpPr>
            <a:spLocks noGrp="1"/>
          </p:cNvSpPr>
          <p:nvPr>
            <p:ph type="body" idx="1"/>
          </p:nvPr>
        </p:nvSpPr>
        <p:spPr>
          <a:xfrm>
            <a:off x="677985" y="1427163"/>
            <a:ext cx="4220156" cy="4929187"/>
          </a:xfrm>
        </p:spPr>
        <p:txBody>
          <a:bodyPr/>
          <a:lstStyle/>
          <a:p>
            <a:r>
              <a:rPr lang="es-CO" sz="2000" b="1" dirty="0"/>
              <a:t>Seguimiento y control propuesto por Colciencias – deducciones tributarias</a:t>
            </a:r>
          </a:p>
          <a:p>
            <a:pPr marL="203200" indent="0">
              <a:buNone/>
            </a:pPr>
            <a:r>
              <a:rPr lang="es-CO" sz="1400" dirty="0">
                <a:solidFill>
                  <a:schemeClr val="accent2"/>
                </a:solidFill>
              </a:rPr>
              <a:t>https://www.colciencias.gov.co/sites/default/files/upload/convocatoria/documentoconsulta-documentosAprobados.pdf</a:t>
            </a:r>
          </a:p>
          <a:p>
            <a:endParaRPr lang="es-CO" sz="2400" b="1" dirty="0"/>
          </a:p>
          <a:p>
            <a:r>
              <a:rPr lang="es-CO" sz="2400" b="1" dirty="0"/>
              <a:t>Seguimiento y control en Perú</a:t>
            </a:r>
          </a:p>
          <a:p>
            <a:r>
              <a:rPr lang="es-CO" sz="1400" dirty="0">
                <a:solidFill>
                  <a:schemeClr val="accent2"/>
                </a:solidFill>
              </a:rPr>
              <a:t>http://www.cienciactiva.gob.pe/images/documentos/convocatorias/investigacion-cientifica/Proyectosyba2017-02/Guia_de_Seguimiento_y_Monitoreo_15.05.17.pdf</a:t>
            </a:r>
          </a:p>
          <a:p>
            <a:endParaRPr lang="es-CO" sz="2400" b="1" dirty="0"/>
          </a:p>
          <a:p>
            <a:endParaRPr lang="es-CO" sz="2400" b="1" dirty="0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03200" lvl="0" algn="l">
              <a:spcBef>
                <a:spcPts val="640"/>
              </a:spcBef>
              <a:buClr>
                <a:srgbClr val="000000"/>
              </a:buClr>
            </a:pPr>
            <a:r>
              <a:rPr lang="es-CO" sz="2800" dirty="0">
                <a:latin typeface="Ancizar Sans"/>
                <a:ea typeface="Times New Roman" panose="02020603050405020304" pitchFamily="18" charset="0"/>
                <a:cs typeface="Arial" panose="020B0604020202020204" pitchFamily="34" charset="0"/>
              </a:rPr>
              <a:t>SEGUIMIENTO Y CONTROL </a:t>
            </a:r>
            <a:endParaRPr lang="es-CO" sz="2800" dirty="0">
              <a:latin typeface="+mj-lt"/>
            </a:endParaRP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84B26D-9F66-4E14-986F-904E069868C2}" type="datetime1">
              <a:rPr kumimoji="0" lang="es-CO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8/03/2023</a:t>
            </a:fld>
            <a:endParaRPr kumimoji="0" lang="es-CO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048E2A-3154-4BEC-A16D-92763511F7D8}" type="slidenum">
              <a:rPr kumimoji="0" lang="es-CO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CO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865" y="2107770"/>
            <a:ext cx="3184899" cy="226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21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26A643-4D4A-4530-ADCA-3F503E5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2C9E-0DBC-4685-A763-F5B8006F36B5}" type="datetime1">
              <a:rPr lang="es-CO" smtClean="0"/>
              <a:t>8/03/2023</a:t>
            </a:fld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D0076F-2C60-4D15-9766-3002435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B60A-B57B-4CCE-8820-C8CD71A5FFC4}" type="slidenum">
              <a:rPr lang="en-US" smtClean="0"/>
              <a:t>9</a:t>
            </a:fld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8752D7-D321-4E71-86EC-027B93FC3AC6}"/>
              </a:ext>
            </a:extLst>
          </p:cNvPr>
          <p:cNvSpPr txBox="1"/>
          <p:nvPr/>
        </p:nvSpPr>
        <p:spPr>
          <a:xfrm>
            <a:off x="1345846" y="1784597"/>
            <a:ext cx="1247361" cy="415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050" b="1" dirty="0"/>
              <a:t>Conjunto de Actividades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8D4F4A-C277-4EAD-8D4A-9329E7B44F99}"/>
              </a:ext>
            </a:extLst>
          </p:cNvPr>
          <p:cNvSpPr txBox="1"/>
          <p:nvPr/>
        </p:nvSpPr>
        <p:spPr>
          <a:xfrm>
            <a:off x="1208338" y="2449559"/>
            <a:ext cx="1580321" cy="2539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050" dirty="0"/>
              <a:t>Coordinadas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61239B-B0A8-457F-8108-FF68B3E212C6}"/>
              </a:ext>
            </a:extLst>
          </p:cNvPr>
          <p:cNvSpPr txBox="1"/>
          <p:nvPr/>
        </p:nvSpPr>
        <p:spPr>
          <a:xfrm>
            <a:off x="1208337" y="2885595"/>
            <a:ext cx="1580321" cy="2539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050" dirty="0"/>
              <a:t>Relacionadas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7E8676-A37E-4F52-A1F9-7E326BF5924E}"/>
              </a:ext>
            </a:extLst>
          </p:cNvPr>
          <p:cNvSpPr txBox="1"/>
          <p:nvPr/>
        </p:nvSpPr>
        <p:spPr>
          <a:xfrm>
            <a:off x="3747165" y="1753003"/>
            <a:ext cx="1825885" cy="132343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Fin: </a:t>
            </a:r>
          </a:p>
          <a:p>
            <a:pPr algn="ctr"/>
            <a:r>
              <a:rPr lang="es-CO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Cumplir Objetivos Específicos</a:t>
            </a:r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A7D6B976-A0C9-46D8-912C-199379660501}"/>
              </a:ext>
            </a:extLst>
          </p:cNvPr>
          <p:cNvSpPr/>
          <p:nvPr/>
        </p:nvSpPr>
        <p:spPr>
          <a:xfrm rot="5400000">
            <a:off x="4381201" y="446641"/>
            <a:ext cx="429007" cy="66790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sz="105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1CC950B-C330-481A-88DA-2A1A0D7B03A9}"/>
              </a:ext>
            </a:extLst>
          </p:cNvPr>
          <p:cNvSpPr txBox="1"/>
          <p:nvPr/>
        </p:nvSpPr>
        <p:spPr>
          <a:xfrm>
            <a:off x="2996717" y="4038253"/>
            <a:ext cx="3241456" cy="25391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050" b="1" dirty="0"/>
              <a:t>Completar con Éxito el proyecto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1FB7DF0-3ACF-445A-91AB-93859B82E91C}"/>
              </a:ext>
            </a:extLst>
          </p:cNvPr>
          <p:cNvSpPr txBox="1"/>
          <p:nvPr/>
        </p:nvSpPr>
        <p:spPr>
          <a:xfrm>
            <a:off x="1256157" y="4657905"/>
            <a:ext cx="3241456" cy="577081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050" b="1" dirty="0"/>
              <a:t>Cumplir con los objetivos </a:t>
            </a:r>
            <a:r>
              <a:rPr lang="es-MX" sz="1050" dirty="0"/>
              <a:t>dentro del </a:t>
            </a:r>
            <a:r>
              <a:rPr lang="es-MX" sz="1050" b="1" dirty="0"/>
              <a:t>alcance</a:t>
            </a:r>
            <a:r>
              <a:rPr lang="es-MX" sz="1050" dirty="0"/>
              <a:t> propuesto, el </a:t>
            </a:r>
            <a:r>
              <a:rPr lang="es-MX" sz="1050" b="1" dirty="0"/>
              <a:t>costo</a:t>
            </a:r>
            <a:r>
              <a:rPr lang="es-MX" sz="1050" dirty="0"/>
              <a:t> determinado y el </a:t>
            </a:r>
            <a:r>
              <a:rPr lang="es-MX" sz="1050" b="1" dirty="0"/>
              <a:t>plazo</a:t>
            </a:r>
            <a:r>
              <a:rPr lang="es-MX" sz="1050" dirty="0"/>
              <a:t> pautado</a:t>
            </a:r>
            <a:endParaRPr lang="es-CO" sz="1050" b="1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54D08AC-09CA-4A5B-9191-AD37B3A66F99}"/>
              </a:ext>
            </a:extLst>
          </p:cNvPr>
          <p:cNvSpPr/>
          <p:nvPr/>
        </p:nvSpPr>
        <p:spPr>
          <a:xfrm>
            <a:off x="4904872" y="4669586"/>
            <a:ext cx="3384363" cy="415498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MX" sz="1050" dirty="0"/>
              <a:t>Se mide por la </a:t>
            </a:r>
            <a:r>
              <a:rPr lang="es-MX" sz="1050" b="1" dirty="0"/>
              <a:t>CALIDAD y el grado de satisfacción </a:t>
            </a:r>
            <a:r>
              <a:rPr lang="es-MX" sz="1050" dirty="0"/>
              <a:t>de los interesados</a:t>
            </a:r>
            <a:endParaRPr lang="es-CO" sz="1050" dirty="0"/>
          </a:p>
        </p:txBody>
      </p:sp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32A0DFDA-E3A9-45CF-972B-BD4E02F2A45F}"/>
              </a:ext>
            </a:extLst>
          </p:cNvPr>
          <p:cNvSpPr/>
          <p:nvPr/>
        </p:nvSpPr>
        <p:spPr>
          <a:xfrm rot="5400000">
            <a:off x="2696591" y="2662985"/>
            <a:ext cx="392194" cy="20805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>
              <a:solidFill>
                <a:schemeClr val="tx1"/>
              </a:solidFill>
            </a:endParaRPr>
          </a:p>
        </p:txBody>
      </p:sp>
      <p:sp>
        <p:nvSpPr>
          <p:cNvPr id="13" name="Flecha: curvada hacia abajo 12">
            <a:extLst>
              <a:ext uri="{FF2B5EF4-FFF2-40B4-BE49-F238E27FC236}">
                <a16:creationId xmlns:a16="http://schemas.microsoft.com/office/drawing/2014/main" id="{5681CCEB-5248-4635-979F-18C3881F32FD}"/>
              </a:ext>
            </a:extLst>
          </p:cNvPr>
          <p:cNvSpPr/>
          <p:nvPr/>
        </p:nvSpPr>
        <p:spPr>
          <a:xfrm rot="5575497" flipH="1" flipV="1">
            <a:off x="917350" y="2685955"/>
            <a:ext cx="380564" cy="173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>
              <a:solidFill>
                <a:schemeClr val="tx1"/>
              </a:solidFill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0949C6E-BC8A-4C1F-8794-5E910D10B460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4617445" y="4292169"/>
            <a:ext cx="1979609" cy="3774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6E922C3-1B0D-44D1-922F-A0421745B5D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2876885" y="4292169"/>
            <a:ext cx="1740560" cy="3657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D67A0A2A-812D-4F52-BA8F-7E30D7DF3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869" y="1156512"/>
            <a:ext cx="2941926" cy="253091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F1757E7-61AB-4BD8-A75B-999A7082AE40}"/>
              </a:ext>
            </a:extLst>
          </p:cNvPr>
          <p:cNvSpPr txBox="1"/>
          <p:nvPr/>
        </p:nvSpPr>
        <p:spPr>
          <a:xfrm>
            <a:off x="3422836" y="318213"/>
            <a:ext cx="189827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700" b="1" dirty="0">
                <a:solidFill>
                  <a:srgbClr val="002060"/>
                </a:solidFill>
                <a:latin typeface="Ancizar Sans"/>
              </a:rPr>
              <a:t>PROYECTOS</a:t>
            </a:r>
            <a:endParaRPr lang="en-US" sz="2700" b="1" dirty="0">
              <a:solidFill>
                <a:srgbClr val="002060"/>
              </a:solidFill>
              <a:latin typeface="Ancizar Sans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1BC44E1-6039-4FD2-9BEC-6899E2053CB1}"/>
              </a:ext>
            </a:extLst>
          </p:cNvPr>
          <p:cNvSpPr/>
          <p:nvPr/>
        </p:nvSpPr>
        <p:spPr>
          <a:xfrm>
            <a:off x="1003852" y="5359556"/>
            <a:ext cx="637113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900" dirty="0">
                <a:latin typeface="AzoSans-Bold"/>
              </a:rPr>
              <a:t>Definición Proyectos. Recuperado de: Guía de aprendizaje PMA SAP, junio 2018</a:t>
            </a:r>
            <a:endParaRPr lang="es-CO" sz="900" dirty="0"/>
          </a:p>
        </p:txBody>
      </p:sp>
    </p:spTree>
    <p:extLst>
      <p:ext uri="{BB962C8B-B14F-4D97-AF65-F5344CB8AC3E}">
        <p14:creationId xmlns:p14="http://schemas.microsoft.com/office/powerpoint/2010/main" val="285788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26A643-4D4A-4530-ADCA-3F503E5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2C9E-0DBC-4685-A763-F5B8006F36B5}" type="datetime1">
              <a:rPr lang="es-CO" smtClean="0"/>
              <a:t>8/03/2023</a:t>
            </a:fld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D0076F-2C60-4D15-9766-3002435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B60A-B57B-4CCE-8820-C8CD71A5FFC4}" type="slidenum">
              <a:rPr lang="en-US" smtClean="0"/>
              <a:t>10</a:t>
            </a:fld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2EC360-9D73-4863-8DC0-90003686F6AF}"/>
              </a:ext>
            </a:extLst>
          </p:cNvPr>
          <p:cNvSpPr txBox="1"/>
          <p:nvPr/>
        </p:nvSpPr>
        <p:spPr>
          <a:xfrm>
            <a:off x="1994782" y="185155"/>
            <a:ext cx="49616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700" b="1" dirty="0">
                <a:solidFill>
                  <a:srgbClr val="002060"/>
                </a:solidFill>
                <a:latin typeface="Ancizar Sans"/>
              </a:rPr>
              <a:t>PROYECTOS Y SU RELACIÓN CON </a:t>
            </a:r>
          </a:p>
          <a:p>
            <a:pPr algn="ctr"/>
            <a:r>
              <a:rPr lang="es-MX" sz="2700" b="1" dirty="0">
                <a:solidFill>
                  <a:srgbClr val="002060"/>
                </a:solidFill>
                <a:latin typeface="Ancizar Sans"/>
              </a:rPr>
              <a:t>EL DESARROLLO</a:t>
            </a:r>
            <a:endParaRPr lang="en-US" sz="2700" b="1" dirty="0">
              <a:solidFill>
                <a:srgbClr val="002060"/>
              </a:solidFill>
              <a:latin typeface="Ancizar San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028BD5-E1D9-40F8-B40E-193DD1E2C5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667"/>
          <a:stretch/>
        </p:blipFill>
        <p:spPr>
          <a:xfrm>
            <a:off x="4463716" y="1479883"/>
            <a:ext cx="4680283" cy="374468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39AF4F6-99C2-49F1-9C99-753498B9ED39}"/>
              </a:ext>
            </a:extLst>
          </p:cNvPr>
          <p:cNvSpPr/>
          <p:nvPr/>
        </p:nvSpPr>
        <p:spPr>
          <a:xfrm>
            <a:off x="5088836" y="5430232"/>
            <a:ext cx="32136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900" dirty="0">
                <a:latin typeface="AzoSans-Bold"/>
              </a:rPr>
              <a:t>Estrategias de desarrollo conjuntas. Recuperado de: Guía de aprendizaje PMA SAP, junio 2020</a:t>
            </a:r>
            <a:endParaRPr lang="es-CO" sz="900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B4B209E3-154B-40B2-9A14-EC3C5582EF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5908049"/>
              </p:ext>
            </p:extLst>
          </p:nvPr>
        </p:nvGraphicFramePr>
        <p:xfrm>
          <a:off x="-142007" y="1939433"/>
          <a:ext cx="4803459" cy="3285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176D1BCD-F5D7-467C-BB4A-F25E6ED361B3}"/>
              </a:ext>
            </a:extLst>
          </p:cNvPr>
          <p:cNvSpPr/>
          <p:nvPr/>
        </p:nvSpPr>
        <p:spPr>
          <a:xfrm>
            <a:off x="1083459" y="5261543"/>
            <a:ext cx="297170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900" dirty="0">
                <a:latin typeface="AzoSans-Bold"/>
              </a:rPr>
              <a:t>Algunas características de proyectos de desarrollo.</a:t>
            </a:r>
            <a:endParaRPr lang="es-CO" sz="900" dirty="0"/>
          </a:p>
        </p:txBody>
      </p:sp>
    </p:spTree>
    <p:extLst>
      <p:ext uri="{BB962C8B-B14F-4D97-AF65-F5344CB8AC3E}">
        <p14:creationId xmlns:p14="http://schemas.microsoft.com/office/powerpoint/2010/main" val="1241933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26A643-4D4A-4530-ADCA-3F503E5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2C9E-0DBC-4685-A763-F5B8006F36B5}" type="datetime1">
              <a:rPr lang="es-CO" smtClean="0"/>
              <a:t>8/03/2023</a:t>
            </a:fld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D0076F-2C60-4D15-9766-3002435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B60A-B57B-4CCE-8820-C8CD71A5FFC4}" type="slidenum">
              <a:rPr lang="en-US" smtClean="0"/>
              <a:t>11</a:t>
            </a:fld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A08C9DC-A371-4257-B88E-6460FA0B9CFC}"/>
              </a:ext>
            </a:extLst>
          </p:cNvPr>
          <p:cNvSpPr txBox="1"/>
          <p:nvPr/>
        </p:nvSpPr>
        <p:spPr>
          <a:xfrm>
            <a:off x="2096633" y="242191"/>
            <a:ext cx="459292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250" b="1" dirty="0">
                <a:solidFill>
                  <a:srgbClr val="002060"/>
                </a:solidFill>
                <a:latin typeface="Ancizar Sans"/>
              </a:rPr>
              <a:t>EFECTIVIDAD EN EL DESARROLLO DE </a:t>
            </a:r>
          </a:p>
          <a:p>
            <a:pPr algn="ctr"/>
            <a:r>
              <a:rPr lang="es-MX" sz="2250" b="1" dirty="0">
                <a:solidFill>
                  <a:srgbClr val="002060"/>
                </a:solidFill>
                <a:latin typeface="Ancizar Sans"/>
              </a:rPr>
              <a:t>PROYECTOS</a:t>
            </a:r>
            <a:endParaRPr lang="en-US" sz="2250" b="1" dirty="0">
              <a:solidFill>
                <a:srgbClr val="002060"/>
              </a:solidFill>
              <a:latin typeface="Ancizar Sans"/>
            </a:endParaRP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E666E2DD-823F-4A16-9AC2-C257F4B55B57}"/>
              </a:ext>
            </a:extLst>
          </p:cNvPr>
          <p:cNvSpPr txBox="1">
            <a:spLocks/>
          </p:cNvSpPr>
          <p:nvPr/>
        </p:nvSpPr>
        <p:spPr>
          <a:xfrm>
            <a:off x="879811" y="1949707"/>
            <a:ext cx="3513284" cy="184424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1800" dirty="0"/>
              <a:t>La </a:t>
            </a:r>
            <a:r>
              <a:rPr lang="es-MX" sz="1800" b="1" dirty="0">
                <a:solidFill>
                  <a:schemeClr val="accent2"/>
                </a:solidFill>
              </a:rPr>
              <a:t>efectividad de las inversiones </a:t>
            </a:r>
            <a:r>
              <a:rPr lang="es-MX" sz="1800" dirty="0"/>
              <a:t>se mide con base en los resultados que los proyectos logran alcanzar, por ello, la gestión de resultados:</a:t>
            </a:r>
          </a:p>
          <a:p>
            <a:pPr algn="just"/>
            <a:r>
              <a:rPr lang="es-MX" sz="1800" dirty="0"/>
              <a:t>Analiza el </a:t>
            </a:r>
            <a:r>
              <a:rPr lang="es-MX" sz="1800" b="1" dirty="0">
                <a:solidFill>
                  <a:srgbClr val="00B0F0"/>
                </a:solidFill>
              </a:rPr>
              <a:t>cumplimiento</a:t>
            </a:r>
            <a:r>
              <a:rPr lang="es-MX" sz="1800" dirty="0"/>
              <a:t> de los requerimientos establecidos</a:t>
            </a:r>
          </a:p>
          <a:p>
            <a:pPr algn="just"/>
            <a:r>
              <a:rPr lang="es-MX" sz="1800" dirty="0"/>
              <a:t>Instrumentos para </a:t>
            </a:r>
            <a:r>
              <a:rPr lang="es-MX" sz="1800" b="1" dirty="0">
                <a:solidFill>
                  <a:srgbClr val="00B0F0"/>
                </a:solidFill>
              </a:rPr>
              <a:t>medir los resultados </a:t>
            </a:r>
            <a:r>
              <a:rPr lang="es-MX" sz="1800" dirty="0"/>
              <a:t>y el progreso del logro de las metas de desarrollo de sus proyectos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6002D17-C770-456F-BE2D-F596861064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680374"/>
              </p:ext>
            </p:extLst>
          </p:nvPr>
        </p:nvGraphicFramePr>
        <p:xfrm>
          <a:off x="4943042" y="1912307"/>
          <a:ext cx="3029816" cy="3558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9175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26A643-4D4A-4530-ADCA-3F503E5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2C9E-0DBC-4685-A763-F5B8006F36B5}" type="datetime1">
              <a:rPr lang="es-CO" smtClean="0"/>
              <a:t>8/03/2023</a:t>
            </a:fld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D0076F-2C60-4D15-9766-3002435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B60A-B57B-4CCE-8820-C8CD71A5FFC4}" type="slidenum">
              <a:rPr lang="en-US" smtClean="0"/>
              <a:t>12</a:t>
            </a:fld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EEE8E9-6C0F-4C70-AB7E-70D4B2DBF245}"/>
              </a:ext>
            </a:extLst>
          </p:cNvPr>
          <p:cNvSpPr txBox="1"/>
          <p:nvPr/>
        </p:nvSpPr>
        <p:spPr>
          <a:xfrm>
            <a:off x="2892242" y="526199"/>
            <a:ext cx="2959465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250" b="1" dirty="0">
                <a:solidFill>
                  <a:srgbClr val="002060"/>
                </a:solidFill>
                <a:latin typeface="Ancizar Sans"/>
              </a:rPr>
              <a:t>LÓGICA DEL PROYECTO</a:t>
            </a:r>
            <a:endParaRPr lang="en-US" sz="2250" b="1" dirty="0">
              <a:solidFill>
                <a:srgbClr val="002060"/>
              </a:solidFill>
              <a:latin typeface="Ancizar San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F6E7B1-7ACF-4C24-812E-6FAEABDF5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455" y="1832373"/>
            <a:ext cx="4542304" cy="326477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0D77A43-85A3-4DC3-A25F-D9F0AA856078}"/>
              </a:ext>
            </a:extLst>
          </p:cNvPr>
          <p:cNvSpPr/>
          <p:nvPr/>
        </p:nvSpPr>
        <p:spPr>
          <a:xfrm>
            <a:off x="392907" y="2631973"/>
            <a:ext cx="3607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1800" dirty="0"/>
              <a:t>Primero, se determinan los </a:t>
            </a:r>
            <a:r>
              <a:rPr lang="es-MX" sz="1800" b="1" dirty="0">
                <a:solidFill>
                  <a:schemeClr val="accent2"/>
                </a:solidFill>
              </a:rPr>
              <a:t>resultados</a:t>
            </a:r>
            <a:r>
              <a:rPr lang="es-MX" sz="1800" dirty="0"/>
              <a:t> y, luego, la </a:t>
            </a:r>
            <a:r>
              <a:rPr lang="es-MX" sz="1800" b="1" dirty="0">
                <a:solidFill>
                  <a:schemeClr val="accent2"/>
                </a:solidFill>
              </a:rPr>
              <a:t>combinación</a:t>
            </a:r>
          </a:p>
          <a:p>
            <a:pPr algn="ctr"/>
            <a:r>
              <a:rPr lang="es-MX" sz="1800" b="1" dirty="0">
                <a:solidFill>
                  <a:schemeClr val="accent2"/>
                </a:solidFill>
              </a:rPr>
              <a:t>de recursos </a:t>
            </a:r>
            <a:r>
              <a:rPr lang="es-MX" sz="1800" dirty="0"/>
              <a:t>para lograrlos 2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125656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26A643-4D4A-4530-ADCA-3F503E5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2C9E-0DBC-4685-A763-F5B8006F36B5}" type="datetime1">
              <a:rPr lang="es-CO" smtClean="0"/>
              <a:t>8/03/2023</a:t>
            </a:fld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D0076F-2C60-4D15-9766-3002435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B60A-B57B-4CCE-8820-C8CD71A5FFC4}" type="slidenum">
              <a:rPr lang="en-US" smtClean="0"/>
              <a:t>13</a:t>
            </a:fld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4D29C4-44E3-44A3-BCC1-A581EC5CE506}"/>
              </a:ext>
            </a:extLst>
          </p:cNvPr>
          <p:cNvSpPr txBox="1"/>
          <p:nvPr/>
        </p:nvSpPr>
        <p:spPr>
          <a:xfrm>
            <a:off x="2932882" y="330959"/>
            <a:ext cx="3663182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250" b="1" dirty="0">
                <a:solidFill>
                  <a:srgbClr val="002060"/>
                </a:solidFill>
              </a:rPr>
              <a:t>LÓGICA DEL PROYECTO</a:t>
            </a:r>
            <a:endParaRPr lang="en-US" sz="2250" b="1" dirty="0">
              <a:solidFill>
                <a:srgbClr val="00206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531036-27A8-45A8-9461-A93B6E27B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06" y="1406769"/>
            <a:ext cx="8206833" cy="423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48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26A643-4D4A-4530-ADCA-3F503E5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2C9E-0DBC-4685-A763-F5B8006F36B5}" type="datetime1">
              <a:rPr lang="es-CO" smtClean="0"/>
              <a:t>8/03/2023</a:t>
            </a:fld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D0076F-2C60-4D15-9766-3002435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B60A-B57B-4CCE-8820-C8CD71A5FFC4}" type="slidenum">
              <a:rPr lang="en-US" smtClean="0"/>
              <a:t>14</a:t>
            </a:fld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2AC0E4-1B9D-4CB6-BD40-6117A62FFFD2}"/>
              </a:ext>
            </a:extLst>
          </p:cNvPr>
          <p:cNvSpPr txBox="1"/>
          <p:nvPr/>
        </p:nvSpPr>
        <p:spPr>
          <a:xfrm>
            <a:off x="1731646" y="502492"/>
            <a:ext cx="528065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50" b="1" dirty="0">
                <a:solidFill>
                  <a:srgbClr val="002060"/>
                </a:solidFill>
                <a:latin typeface="Ancizar Sans"/>
              </a:rPr>
              <a:t>CICLO DE VIDA DEL PROYECTO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F98C7E-FDC5-43DF-A61D-193BBAF9F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86" y="1491176"/>
            <a:ext cx="7040302" cy="3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97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26A643-4D4A-4530-ADCA-3F503E5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2C9E-0DBC-4685-A763-F5B8006F36B5}" type="datetime1">
              <a:rPr lang="es-CO" smtClean="0"/>
              <a:t>8/03/2023</a:t>
            </a:fld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0D0076F-2C60-4D15-9766-3002435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B60A-B57B-4CCE-8820-C8CD71A5FFC4}" type="slidenum">
              <a:rPr lang="en-US" smtClean="0"/>
              <a:t>15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D7678-8255-46E5-BF46-6EEA0D609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82" y="1308295"/>
            <a:ext cx="6925245" cy="469245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9397DC6-C56D-4AD6-B3EE-499E265F0B68}"/>
              </a:ext>
            </a:extLst>
          </p:cNvPr>
          <p:cNvSpPr txBox="1"/>
          <p:nvPr/>
        </p:nvSpPr>
        <p:spPr>
          <a:xfrm>
            <a:off x="1731646" y="418668"/>
            <a:ext cx="528065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50" b="1" dirty="0">
                <a:solidFill>
                  <a:srgbClr val="002060"/>
                </a:solidFill>
                <a:latin typeface="Ancizar Sans"/>
              </a:rPr>
              <a:t>CICLO DE VIDA DEL PROYECTO</a:t>
            </a:r>
          </a:p>
        </p:txBody>
      </p:sp>
    </p:spTree>
    <p:extLst>
      <p:ext uri="{BB962C8B-B14F-4D97-AF65-F5344CB8AC3E}">
        <p14:creationId xmlns:p14="http://schemas.microsoft.com/office/powerpoint/2010/main" val="198870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4FC376-1733-45AB-923E-444DDECE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02C9E-0DBC-4685-A763-F5B8006F36B5}" type="datetime1">
              <a:rPr lang="es-CO" smtClean="0"/>
              <a:t>8/03/2023</a:t>
            </a:fld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C6C0220-D210-4106-A949-7AF03B36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BB60A-B57B-4CCE-8820-C8CD71A5FFC4}" type="slidenum">
              <a:rPr lang="en-US" smtClean="0"/>
              <a:t>16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DB4166-3C02-4E69-8B68-14459BE6E6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04" t="10415" r="33370" b="7709"/>
          <a:stretch/>
        </p:blipFill>
        <p:spPr>
          <a:xfrm>
            <a:off x="2290598" y="1530885"/>
            <a:ext cx="4680771" cy="420918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8971D51-3AD7-469F-A317-5A8B5252A6B5}"/>
              </a:ext>
            </a:extLst>
          </p:cNvPr>
          <p:cNvSpPr txBox="1"/>
          <p:nvPr/>
        </p:nvSpPr>
        <p:spPr>
          <a:xfrm>
            <a:off x="4239039" y="3088585"/>
            <a:ext cx="685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05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15016D9-84AE-4BBB-AD98-771873DA0EA2}"/>
              </a:ext>
            </a:extLst>
          </p:cNvPr>
          <p:cNvSpPr txBox="1"/>
          <p:nvPr/>
        </p:nvSpPr>
        <p:spPr>
          <a:xfrm>
            <a:off x="5673316" y="5783567"/>
            <a:ext cx="30957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900" dirty="0"/>
              <a:t>Guía para la elaboración de proyectos, país Vasco, 2010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B793A1-7386-4E5F-B8A5-6D7D8C3A5790}"/>
              </a:ext>
            </a:extLst>
          </p:cNvPr>
          <p:cNvSpPr txBox="1"/>
          <p:nvPr/>
        </p:nvSpPr>
        <p:spPr>
          <a:xfrm>
            <a:off x="2054332" y="460181"/>
            <a:ext cx="5035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solidFill>
                  <a:srgbClr val="002060"/>
                </a:solidFill>
                <a:latin typeface="Ancizar Sans"/>
              </a:rPr>
              <a:t>LA PLANIFICACIÓN EN UN PROYECTO</a:t>
            </a:r>
          </a:p>
        </p:txBody>
      </p:sp>
    </p:spTree>
    <p:extLst>
      <p:ext uri="{BB962C8B-B14F-4D97-AF65-F5344CB8AC3E}">
        <p14:creationId xmlns:p14="http://schemas.microsoft.com/office/powerpoint/2010/main" val="80956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/>
          <p:nvPr/>
        </p:nvSpPr>
        <p:spPr>
          <a:xfrm>
            <a:off x="1331910" y="4961341"/>
            <a:ext cx="6865937" cy="72977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lang="en-US" sz="1800" b="1" i="0" u="none" strike="noStrike" cap="none" baseline="0" dirty="0">
                <a:solidFill>
                  <a:schemeClr val="dk1"/>
                </a:solidFill>
                <a:latin typeface="Ancizar Sans" pitchFamily="34" charset="0"/>
                <a:sym typeface="Arial"/>
              </a:rPr>
              <a:t>Tele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ncizar Sans" pitchFamily="34" charset="0"/>
                <a:sym typeface="Arial"/>
              </a:rPr>
              <a:t> </a:t>
            </a:r>
            <a:r>
              <a:rPr lang="en-US" sz="1800" b="1" i="0" u="none" strike="noStrike" cap="none" baseline="0" dirty="0">
                <a:solidFill>
                  <a:schemeClr val="dk1"/>
                </a:solidFill>
                <a:latin typeface="Ancizar Sans" pitchFamily="34" charset="0"/>
                <a:sym typeface="Arial"/>
              </a:rPr>
              <a:t>(+57-1) 316 50 00 Ext. 10729/10730</a:t>
            </a:r>
            <a:br>
              <a:rPr lang="en-US" sz="1800" b="1" i="0" u="none" strike="noStrike" cap="none" baseline="0" dirty="0">
                <a:solidFill>
                  <a:schemeClr val="dk1"/>
                </a:solidFill>
                <a:latin typeface="Ancizar Sans" pitchFamily="34" charset="0"/>
                <a:sym typeface="Arial"/>
              </a:rPr>
            </a:br>
            <a:r>
              <a:rPr lang="en-US" sz="1800" b="1" i="0" u="none" strike="noStrike" cap="none" baseline="0" dirty="0">
                <a:solidFill>
                  <a:schemeClr val="dk1"/>
                </a:solidFill>
                <a:latin typeface="Ancizar Sans" pitchFamily="34" charset="0"/>
                <a:sym typeface="Arial"/>
              </a:rPr>
              <a:t>ofcastellanosd@unal.edu.co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1913728" y="2869748"/>
            <a:ext cx="5702299" cy="245648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lang="es-CO" sz="2800" b="1" i="0" u="none" strike="noStrike" cap="none" baseline="0" dirty="0">
                <a:solidFill>
                  <a:schemeClr val="hlink"/>
                </a:solidFill>
                <a:latin typeface="Ancizar Sans" pitchFamily="34" charset="0"/>
                <a:sym typeface="Arial"/>
              </a:rPr>
              <a:t>¿Preguntas?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es-CO" sz="3600" b="1" i="0" u="none" strike="noStrike" cap="none" baseline="0" dirty="0">
              <a:solidFill>
                <a:schemeClr val="hlink"/>
              </a:solidFill>
              <a:latin typeface="Ancizar Sans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lang="es-CO" sz="3200" b="1" i="0" u="none" strike="noStrike" cap="none" baseline="0" dirty="0">
                <a:solidFill>
                  <a:schemeClr val="hlink"/>
                </a:solidFill>
                <a:latin typeface="Ancizar Sans" pitchFamily="34" charset="0"/>
                <a:sym typeface="Arial"/>
              </a:rPr>
              <a:t>¡Gracias por su atención! </a:t>
            </a:r>
          </a:p>
        </p:txBody>
      </p:sp>
    </p:spTree>
  </p:cSld>
  <p:clrMapOvr>
    <a:masterClrMapping/>
  </p:clrMapOvr>
  <p:transition spd="slow">
    <p:cut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ntilla protecto macro">
  <a:themeElements>
    <a:clrScheme name="Plantilla protecto macr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do 1">
      <a:majorFont>
        <a:latin typeface="Ancizar Sans"/>
        <a:ea typeface=""/>
        <a:cs typeface=""/>
      </a:majorFont>
      <a:minorFont>
        <a:latin typeface="Ancizar Sans"/>
        <a:ea typeface=""/>
        <a:cs typeface=""/>
      </a:minorFont>
    </a:fontScheme>
    <a:fmtScheme name="Textura grung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1769</TotalTime>
  <Words>703</Words>
  <Application>Microsoft Office PowerPoint</Application>
  <PresentationFormat>Presentación en pantalla (4:3)</PresentationFormat>
  <Paragraphs>107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Ancizar Sans</vt:lpstr>
      <vt:lpstr>Arial</vt:lpstr>
      <vt:lpstr>AzoSans-Bold</vt:lpstr>
      <vt:lpstr>Plantilla protecto macro</vt:lpstr>
      <vt:lpstr>GESTIÓN Y GERENCIA DE PROYECTOS  BASES CONCEPTUALES</vt:lpstr>
      <vt:lpstr>Presentación de PowerPoint</vt:lpstr>
      <vt:lpstr>Presentación de PowerPoint</vt:lpstr>
      <vt:lpstr>CONTEXTO PARA EL POSIBLE DESARROLLO DE PROYECTO</vt:lpstr>
      <vt:lpstr>CONTEXTO PARA EL POSIBLE DESARROLLO DE PROYECTO</vt:lpstr>
      <vt:lpstr>CONTEXTO PARA EL POSIBLE DESARROLLO DE PROYECTO</vt:lpstr>
      <vt:lpstr>DIMENSIONES DE UN PROYECTO:</vt:lpstr>
      <vt:lpstr>SEGUIMIENTO Y CONTROL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Posicionamiento  COLCIENCIAS</dc:title>
  <dc:creator>Administrador</dc:creator>
  <cp:lastModifiedBy>ofcastellanosd@unal.edu.co</cp:lastModifiedBy>
  <cp:revision>95</cp:revision>
  <dcterms:modified xsi:type="dcterms:W3CDTF">2023-03-09T03:15:34Z</dcterms:modified>
</cp:coreProperties>
</file>